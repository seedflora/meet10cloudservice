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47f48fe1a84623" /><Relationship Type="http://schemas.openxmlformats.org/officeDocument/2006/relationships/extended-properties" Target="/docProps/app.xml" Id="Re8b06bf6f60b4661" /><Relationship Type="http://schemas.openxmlformats.org/officeDocument/2006/relationships/officeDocument" Target="/ppt/presentation.xml" Id="R413fcb4b9a974e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3075f184d64273"/>
  </p:sldMasterIdLst>
  <p:notesMasterIdLst>
    <p:notesMasterId xmlns:r="http://schemas.openxmlformats.org/officeDocument/2006/relationships" r:id="R42d8f837c3864318"/>
  </p:notesMasterIdLst>
  <p:sldIdLst>
    <p:sldId xmlns:r="http://schemas.openxmlformats.org/officeDocument/2006/relationships" id="256" r:id="Rd059ddd5a0444c17"/>
    <p:sldId xmlns:r="http://schemas.openxmlformats.org/officeDocument/2006/relationships" id="257" r:id="R9f44533e24f04ff7"/>
    <p:sldId xmlns:r="http://schemas.openxmlformats.org/officeDocument/2006/relationships" id="258" r:id="Ree65b4f1009c44cd"/>
    <p:sldId xmlns:r="http://schemas.openxmlformats.org/officeDocument/2006/relationships" id="259" r:id="R05b2492727784763"/>
    <p:sldId xmlns:r="http://schemas.openxmlformats.org/officeDocument/2006/relationships" id="260" r:id="R260a47c812224128"/>
    <p:sldId xmlns:r="http://schemas.openxmlformats.org/officeDocument/2006/relationships" id="261" r:id="R747b46b2974a480f"/>
    <p:sldId xmlns:r="http://schemas.openxmlformats.org/officeDocument/2006/relationships" id="262" r:id="Reace4bcbb43c45b2"/>
    <p:sldId xmlns:r="http://schemas.openxmlformats.org/officeDocument/2006/relationships" id="263" r:id="R3a2a483dcb434840"/>
    <p:sldId xmlns:r="http://schemas.openxmlformats.org/officeDocument/2006/relationships" id="264" r:id="Rdc3292e3e97b4f21"/>
    <p:sldId xmlns:r="http://schemas.openxmlformats.org/officeDocument/2006/relationships" id="265" r:id="Re8972b3150a1484a"/>
    <p:sldId xmlns:r="http://schemas.openxmlformats.org/officeDocument/2006/relationships" id="266" r:id="R1afc0ec1b8954986"/>
    <p:sldId xmlns:r="http://schemas.openxmlformats.org/officeDocument/2006/relationships" id="267" r:id="R392a89f246c0498a"/>
    <p:sldId xmlns:r="http://schemas.openxmlformats.org/officeDocument/2006/relationships" id="268" r:id="R5fe2336d28da4b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bd2380f58f4d3d" /><Relationship Type="http://schemas.openxmlformats.org/officeDocument/2006/relationships/slideMaster" Target="/ppt/slideMasters/slideMaster1.xml" Id="R1a3075f184d64273" /><Relationship Type="http://schemas.openxmlformats.org/officeDocument/2006/relationships/notesMaster" Target="/ppt/notesMasters/notesMaster1.xml" Id="R42d8f837c3864318" /><Relationship Type="http://schemas.openxmlformats.org/officeDocument/2006/relationships/presProps" Target="/ppt/presProps.xml" Id="Rc563dacdc7d54a63" /><Relationship Type="http://schemas.openxmlformats.org/officeDocument/2006/relationships/viewProps" Target="/ppt/viewProps.xml" Id="R597a89e970b848b3" /><Relationship Type="http://schemas.openxmlformats.org/officeDocument/2006/relationships/tableStyles" Target="/ppt/tableStyles.xml" Id="R9cbc6418c53f4807" /><Relationship Type="http://schemas.openxmlformats.org/officeDocument/2006/relationships/slide" Target="/ppt/slides/slide1.xml" Id="Rd059ddd5a0444c17" /><Relationship Type="http://schemas.openxmlformats.org/officeDocument/2006/relationships/slide" Target="/ppt/slides/slide2.xml" Id="R9f44533e24f04ff7" /><Relationship Type="http://schemas.openxmlformats.org/officeDocument/2006/relationships/slide" Target="/ppt/slides/slide3.xml" Id="Ree65b4f1009c44cd" /><Relationship Type="http://schemas.openxmlformats.org/officeDocument/2006/relationships/slide" Target="/ppt/slides/slide4.xml" Id="R05b2492727784763" /><Relationship Type="http://schemas.openxmlformats.org/officeDocument/2006/relationships/slide" Target="/ppt/slides/slide5.xml" Id="R260a47c812224128" /><Relationship Type="http://schemas.openxmlformats.org/officeDocument/2006/relationships/slide" Target="/ppt/slides/slide6.xml" Id="R747b46b2974a480f" /><Relationship Type="http://schemas.openxmlformats.org/officeDocument/2006/relationships/slide" Target="/ppt/slides/slide7.xml" Id="Reace4bcbb43c45b2" /><Relationship Type="http://schemas.openxmlformats.org/officeDocument/2006/relationships/slide" Target="/ppt/slides/slide8.xml" Id="R3a2a483dcb434840" /><Relationship Type="http://schemas.openxmlformats.org/officeDocument/2006/relationships/slide" Target="/ppt/slides/slide9.xml" Id="Rdc3292e3e97b4f21" /><Relationship Type="http://schemas.openxmlformats.org/officeDocument/2006/relationships/slide" Target="/ppt/slides/slide10.xml" Id="Re8972b3150a1484a" /><Relationship Type="http://schemas.openxmlformats.org/officeDocument/2006/relationships/slide" Target="/ppt/slides/slide11.xml" Id="R1afc0ec1b8954986" /><Relationship Type="http://schemas.openxmlformats.org/officeDocument/2006/relationships/slide" Target="/ppt/slides/slide12.xml" Id="R392a89f246c0498a" /><Relationship Type="http://schemas.openxmlformats.org/officeDocument/2006/relationships/slide" Target="/ppt/slides/slide13.xml" Id="R5fe2336d28da4b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f12be3325f471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f5212d5f3e4ead" /><Relationship Type="http://schemas.openxmlformats.org/officeDocument/2006/relationships/notesMaster" Target="/ppt/notesMasters/notesMaster1.xml" Id="Ra6b7940ccc8d45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ab1cc61aac456d" /><Relationship Type="http://schemas.openxmlformats.org/officeDocument/2006/relationships/notesMaster" Target="/ppt/notesMasters/notesMaster1.xml" Id="R6c1a2df25ca640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f4ce9787ff482e" /><Relationship Type="http://schemas.openxmlformats.org/officeDocument/2006/relationships/notesMaster" Target="/ppt/notesMasters/notesMaster1.xml" Id="Rd87812f764a049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befe459a5e4bce" /><Relationship Type="http://schemas.openxmlformats.org/officeDocument/2006/relationships/notesMaster" Target="/ppt/notesMasters/notesMaster1.xml" Id="Rbe2850cba4eb4b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d97914cefd94f54" /><Relationship Type="http://schemas.openxmlformats.org/officeDocument/2006/relationships/notesMaster" Target="/ppt/notesMasters/notesMaster1.xml" Id="R1682e25968364e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dc0277b1664503" /><Relationship Type="http://schemas.openxmlformats.org/officeDocument/2006/relationships/notesMaster" Target="/ppt/notesMasters/notesMaster1.xml" Id="R8936cc29303a4e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38fbb3853154434" /><Relationship Type="http://schemas.openxmlformats.org/officeDocument/2006/relationships/notesMaster" Target="/ppt/notesMasters/notesMaster1.xml" Id="R9334c7e0d74e41c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124c7ccda948c7" /><Relationship Type="http://schemas.openxmlformats.org/officeDocument/2006/relationships/notesMaster" Target="/ppt/notesMasters/notesMaster1.xml" Id="R832d3b0891904d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94d3d5514e4ebf" /><Relationship Type="http://schemas.openxmlformats.org/officeDocument/2006/relationships/notesMaster" Target="/ppt/notesMasters/notesMaster1.xml" Id="R9914e65469d14e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c10697b71c4f26" /><Relationship Type="http://schemas.openxmlformats.org/officeDocument/2006/relationships/notesMaster" Target="/ppt/notesMasters/notesMaster1.xml" Id="R545cc2147d8345a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9904603e3d404c" /><Relationship Type="http://schemas.openxmlformats.org/officeDocument/2006/relationships/notesMaster" Target="/ppt/notesMasters/notesMaster1.xml" Id="R5b3f9c7de0884f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5d21d6d7a4474e" /><Relationship Type="http://schemas.openxmlformats.org/officeDocument/2006/relationships/notesMaster" Target="/ppt/notesMasters/notesMaster1.xml" Id="R11c7131ddd864b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7f37276f0f410b" /><Relationship Type="http://schemas.openxmlformats.org/officeDocument/2006/relationships/notesMaster" Target="/ppt/notesMasters/notesMaster1.xml" Id="Rf713e52b23a24b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224bdcf22f427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3c66ac9ec06404f" /><Relationship Type="http://schemas.openxmlformats.org/officeDocument/2006/relationships/slideLayout" Target="/ppt/slideLayouts/slideLayout1.xml" Id="R6fa06650f0a34b3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a06650f0a34b3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021ea866394d78" /><Relationship Type="http://schemas.openxmlformats.org/officeDocument/2006/relationships/image" Target="/ppt/media/image.jpeg" Id="Rb8dcf6eea1f243a8" /><Relationship Type="http://schemas.openxmlformats.org/officeDocument/2006/relationships/image" Target="/ppt/media/image.png" Id="Ra68017254c4c4029" /><Relationship Type="http://schemas.openxmlformats.org/officeDocument/2006/relationships/image" Target="/ppt/media/image2.png" Id="R120d7d9a931e4bec" /><Relationship Type="http://schemas.openxmlformats.org/officeDocument/2006/relationships/notesSlide" Target="/ppt/notesSlides/notesSlide1.xml" Id="R16c570b2387f47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f1c6f2c6d4980" /><Relationship Type="http://schemas.openxmlformats.org/officeDocument/2006/relationships/image" Target="/ppt/media/image.png" Id="Rd7012054eaff45ae" /><Relationship Type="http://schemas.openxmlformats.org/officeDocument/2006/relationships/image" Target="/ppt/media/image2.png" Id="Ra65d6628b2e0472f" /><Relationship Type="http://schemas.openxmlformats.org/officeDocument/2006/relationships/image" Target="/ppt/media/image3.png" Id="Raaf3735faab5408c" /><Relationship Type="http://schemas.openxmlformats.org/officeDocument/2006/relationships/image" Target="/ppt/media/image4.png" Id="Rd85539089289444e" /><Relationship Type="http://schemas.openxmlformats.org/officeDocument/2006/relationships/image" Target="/ppt/media/image5.png" Id="R0e9f7d3684ef4718" /><Relationship Type="http://schemas.openxmlformats.org/officeDocument/2006/relationships/image" Target="/ppt/media/image6.png" Id="R1de3ce80e41040e4" /><Relationship Type="http://schemas.openxmlformats.org/officeDocument/2006/relationships/image" Target="/ppt/media/image7.png" Id="R7c7ebe8049784567" /><Relationship Type="http://schemas.openxmlformats.org/officeDocument/2006/relationships/image" Target="/ppt/media/image8.png" Id="R343af74831f4449e" /><Relationship Type="http://schemas.openxmlformats.org/officeDocument/2006/relationships/image" Target="/ppt/media/image9.png" Id="R3b04f2f463ab4751" /><Relationship Type="http://schemas.openxmlformats.org/officeDocument/2006/relationships/notesSlide" Target="/ppt/notesSlides/notesSlide2.xml" Id="R42e90d5b40a441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3d8f7e67e400c" /><Relationship Type="http://schemas.openxmlformats.org/officeDocument/2006/relationships/image" Target="/ppt/media/image.png" Id="Rb64af87e4c7846af" /><Relationship Type="http://schemas.openxmlformats.org/officeDocument/2006/relationships/image" Target="/ppt/media/image2.png" Id="R07d51711e2f5477f" /><Relationship Type="http://schemas.openxmlformats.org/officeDocument/2006/relationships/notesSlide" Target="/ppt/notesSlides/notesSlide3.xml" Id="Rb51898b726f94d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1543d65a74071" /><Relationship Type="http://schemas.openxmlformats.org/officeDocument/2006/relationships/image" Target="/ppt/media/image.png" Id="Rdadf905bb6834a1c" /><Relationship Type="http://schemas.openxmlformats.org/officeDocument/2006/relationships/image" Target="/ppt/media/image2.png" Id="R6eb390e7a47744ef" /><Relationship Type="http://schemas.openxmlformats.org/officeDocument/2006/relationships/notesSlide" Target="/ppt/notesSlides/notesSlide4.xml" Id="Rab3b8a40cf7e47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c74d12a6e47d5" /><Relationship Type="http://schemas.openxmlformats.org/officeDocument/2006/relationships/image" Target="/ppt/media/image.png" Id="Ra293e282825b4037" /><Relationship Type="http://schemas.openxmlformats.org/officeDocument/2006/relationships/image" Target="/ppt/media/image2.png" Id="Raa2c68380a384c8c" /><Relationship Type="http://schemas.openxmlformats.org/officeDocument/2006/relationships/image" Target="/ppt/media/image3.png" Id="R90fd7590ee4d4ab6" /><Relationship Type="http://schemas.openxmlformats.org/officeDocument/2006/relationships/image" Target="/ppt/media/image4.png" Id="R3b129a2cfa2e4ef1" /><Relationship Type="http://schemas.openxmlformats.org/officeDocument/2006/relationships/image" Target="/ppt/media/image5.png" Id="R52170f8dec824fdf" /><Relationship Type="http://schemas.openxmlformats.org/officeDocument/2006/relationships/image" Target="/ppt/media/image6.png" Id="R6643ec78a04e46be" /><Relationship Type="http://schemas.openxmlformats.org/officeDocument/2006/relationships/image" Target="/ppt/media/image7.png" Id="R5a68299579754b18" /><Relationship Type="http://schemas.openxmlformats.org/officeDocument/2006/relationships/image" Target="/ppt/media/image8.png" Id="Rc87fb62c947d418a" /><Relationship Type="http://schemas.openxmlformats.org/officeDocument/2006/relationships/image" Target="/ppt/media/image9.png" Id="Rfc3423cdf5d64877" /><Relationship Type="http://schemas.openxmlformats.org/officeDocument/2006/relationships/image" Target="/ppt/media/image10.png" Id="R249765bbf02f4c5b" /><Relationship Type="http://schemas.openxmlformats.org/officeDocument/2006/relationships/notesSlide" Target="/ppt/notesSlides/notesSlide5.xml" Id="R6c7b2c7cc8c84f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26e9178c74d16" /><Relationship Type="http://schemas.openxmlformats.org/officeDocument/2006/relationships/image" Target="/ppt/media/image.png" Id="R34a2c891ec0746ad" /><Relationship Type="http://schemas.openxmlformats.org/officeDocument/2006/relationships/image" Target="/ppt/media/image2.png" Id="R2ccd122851d44772" /><Relationship Type="http://schemas.openxmlformats.org/officeDocument/2006/relationships/image" Target="/ppt/media/image3.png" Id="R9e585eaec41c4c43" /><Relationship Type="http://schemas.openxmlformats.org/officeDocument/2006/relationships/image" Target="/ppt/media/image4.png" Id="R4984f687563d4268" /><Relationship Type="http://schemas.openxmlformats.org/officeDocument/2006/relationships/image" Target="/ppt/media/image5.png" Id="R573192de79a64d4e" /><Relationship Type="http://schemas.openxmlformats.org/officeDocument/2006/relationships/image" Target="/ppt/media/image6.png" Id="R4a0ab6552b424887" /><Relationship Type="http://schemas.openxmlformats.org/officeDocument/2006/relationships/image" Target="/ppt/media/image7.png" Id="R9f7629623ad94462" /><Relationship Type="http://schemas.openxmlformats.org/officeDocument/2006/relationships/image" Target="/ppt/media/image8.png" Id="Rc5606a45a69c4195" /><Relationship Type="http://schemas.openxmlformats.org/officeDocument/2006/relationships/image" Target="/ppt/media/image9.png" Id="R481f3051ddc443e3" /><Relationship Type="http://schemas.openxmlformats.org/officeDocument/2006/relationships/image" Target="/ppt/media/image11.png" Id="Rd04e1e850dc447ce" /><Relationship Type="http://schemas.openxmlformats.org/officeDocument/2006/relationships/notesSlide" Target="/ppt/notesSlides/notesSlide6.xml" Id="Re5c278cc14784e4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05a18c781409b" /><Relationship Type="http://schemas.openxmlformats.org/officeDocument/2006/relationships/image" Target="/ppt/media/image.png" Id="R36381ab52e854370" /><Relationship Type="http://schemas.openxmlformats.org/officeDocument/2006/relationships/image" Target="/ppt/media/image2.png" Id="R7d5731de99d747a4" /><Relationship Type="http://schemas.openxmlformats.org/officeDocument/2006/relationships/notesSlide" Target="/ppt/notesSlides/notesSlide7.xml" Id="Rb99a225f0cf44f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54fffc39f453d" /><Relationship Type="http://schemas.openxmlformats.org/officeDocument/2006/relationships/image" Target="/ppt/media/image.png" Id="R4319367f42dc4db6" /><Relationship Type="http://schemas.openxmlformats.org/officeDocument/2006/relationships/image" Target="/ppt/media/image2.png" Id="Re80e1cdd81b6465b" /><Relationship Type="http://schemas.openxmlformats.org/officeDocument/2006/relationships/image" Target="/ppt/media/image3.png" Id="R37a10a6de71d4b97" /><Relationship Type="http://schemas.openxmlformats.org/officeDocument/2006/relationships/image" Target="/ppt/media/image4.png" Id="R45f9188d9cef4fdb" /><Relationship Type="http://schemas.openxmlformats.org/officeDocument/2006/relationships/image" Target="/ppt/media/image5.png" Id="R85f1c69735234cc5" /><Relationship Type="http://schemas.openxmlformats.org/officeDocument/2006/relationships/image" Target="/ppt/media/image6.png" Id="R520693d00958422d" /><Relationship Type="http://schemas.openxmlformats.org/officeDocument/2006/relationships/image" Target="/ppt/media/image7.png" Id="Ra7847d0c63084abb" /><Relationship Type="http://schemas.openxmlformats.org/officeDocument/2006/relationships/image" Target="/ppt/media/image8.png" Id="Re6cbf72364ea47e8" /><Relationship Type="http://schemas.openxmlformats.org/officeDocument/2006/relationships/image" Target="/ppt/media/image9.png" Id="R631227964b0e4082" /><Relationship Type="http://schemas.openxmlformats.org/officeDocument/2006/relationships/image" Target="/ppt/media/image12.png" Id="R483718084f884842" /><Relationship Type="http://schemas.openxmlformats.org/officeDocument/2006/relationships/notesSlide" Target="/ppt/notesSlides/notesSlide8.xml" Id="R6e6b9e92cee343e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1c68599314d4c" /><Relationship Type="http://schemas.openxmlformats.org/officeDocument/2006/relationships/image" Target="/ppt/media/image.png" Id="Re061981f59784777" /><Relationship Type="http://schemas.openxmlformats.org/officeDocument/2006/relationships/image" Target="/ppt/media/image2.png" Id="Re3e6cb4869a345bf" /><Relationship Type="http://schemas.openxmlformats.org/officeDocument/2006/relationships/image" Target="/ppt/media/image3.png" Id="Rf5c4667a53214dd1" /><Relationship Type="http://schemas.openxmlformats.org/officeDocument/2006/relationships/image" Target="/ppt/media/image4.png" Id="R74b3279763de41bb" /><Relationship Type="http://schemas.openxmlformats.org/officeDocument/2006/relationships/image" Target="/ppt/media/image5.png" Id="Rdfa5f1c744884e7b" /><Relationship Type="http://schemas.openxmlformats.org/officeDocument/2006/relationships/image" Target="/ppt/media/image6.png" Id="Rb7734ffee4f84a0f" /><Relationship Type="http://schemas.openxmlformats.org/officeDocument/2006/relationships/image" Target="/ppt/media/image7.png" Id="Re422b80f798c41ca" /><Relationship Type="http://schemas.openxmlformats.org/officeDocument/2006/relationships/image" Target="/ppt/media/image8.png" Id="Re27a5af01b8b444e" /><Relationship Type="http://schemas.openxmlformats.org/officeDocument/2006/relationships/image" Target="/ppt/media/image9.png" Id="R4c3457ae98a745a4" /><Relationship Type="http://schemas.openxmlformats.org/officeDocument/2006/relationships/image" Target="/ppt/media/image13.png" Id="R1ef96f31d26447bc" /><Relationship Type="http://schemas.openxmlformats.org/officeDocument/2006/relationships/notesSlide" Target="/ppt/notesSlides/notesSlide9.xml" Id="Re325533595b34ef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953cb48054675" /><Relationship Type="http://schemas.openxmlformats.org/officeDocument/2006/relationships/image" Target="/ppt/media/image.png" Id="R05fe96acff0f4547" /><Relationship Type="http://schemas.openxmlformats.org/officeDocument/2006/relationships/image" Target="/ppt/media/image2.png" Id="Rc25b3247f8274965" /><Relationship Type="http://schemas.openxmlformats.org/officeDocument/2006/relationships/notesSlide" Target="/ppt/notesSlides/notesSlide10.xml" Id="R54dd0e1d35424aa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dde5f080254d75" /><Relationship Type="http://schemas.openxmlformats.org/officeDocument/2006/relationships/image" Target="/ppt/media/image.png" Id="Rcac7535abce343ec" /><Relationship Type="http://schemas.openxmlformats.org/officeDocument/2006/relationships/image" Target="/ppt/media/image2.png" Id="Rb5e227bca3f644b5" /><Relationship Type="http://schemas.openxmlformats.org/officeDocument/2006/relationships/notesSlide" Target="/ppt/notesSlides/notesSlide11.xml" Id="R51b656a30a0d40e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b1bfd3a4145ec" /><Relationship Type="http://schemas.openxmlformats.org/officeDocument/2006/relationships/image" Target="/ppt/media/image.png" Id="R4eac6c6898fb40a2" /><Relationship Type="http://schemas.openxmlformats.org/officeDocument/2006/relationships/image" Target="/ppt/media/image2.png" Id="R039fab14d5d342fb" /><Relationship Type="http://schemas.openxmlformats.org/officeDocument/2006/relationships/image" Target="/ppt/media/image3.png" Id="Ref6ebf3b92ee4d0c" /><Relationship Type="http://schemas.openxmlformats.org/officeDocument/2006/relationships/image" Target="/ppt/media/image4.png" Id="R9a1c7a2d839a4425" /><Relationship Type="http://schemas.openxmlformats.org/officeDocument/2006/relationships/image" Target="/ppt/media/image5.png" Id="R5c4296e9dda04cc5" /><Relationship Type="http://schemas.openxmlformats.org/officeDocument/2006/relationships/image" Target="/ppt/media/image6.png" Id="Reed27e8280d14b08" /><Relationship Type="http://schemas.openxmlformats.org/officeDocument/2006/relationships/image" Target="/ppt/media/image7.png" Id="Rb7e8484e91674fd7" /><Relationship Type="http://schemas.openxmlformats.org/officeDocument/2006/relationships/image" Target="/ppt/media/image8.png" Id="R152e360ac986400d" /><Relationship Type="http://schemas.openxmlformats.org/officeDocument/2006/relationships/image" Target="/ppt/media/image9.png" Id="Re07e961ae8f04d61" /><Relationship Type="http://schemas.openxmlformats.org/officeDocument/2006/relationships/image" Target="/ppt/media/image14.png" Id="R90ac75ce9fdf4c36" /><Relationship Type="http://schemas.openxmlformats.org/officeDocument/2006/relationships/notesSlide" Target="/ppt/notesSlides/notesSlide12.xml" Id="Rad2af8d4f4de461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6bc3f1a6cf4d62" /><Relationship Type="http://schemas.openxmlformats.org/officeDocument/2006/relationships/image" Target="/ppt/media/image.png" Id="Rb9ebeb9924354980" /><Relationship Type="http://schemas.openxmlformats.org/officeDocument/2006/relationships/image" Target="/ppt/media/image2.png" Id="R53e28a832c364d1d" /><Relationship Type="http://schemas.openxmlformats.org/officeDocument/2006/relationships/notesSlide" Target="/ppt/notesSlides/notesSlide13.xml" Id="R8ec00ccab8694f93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8dcf6eea1f243a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017254c4c40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0d7d9a931e4b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75232139-FE44-4C56-9E52-FA0CBF00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10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CEB07E50-4FCC-43A6-9D30-D1CF5581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23D60110-2C4E-442B-8296-C66A82AC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UPTIME + SLI/SLO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19EDB5AF-DDB1-4C9A-AE24-C453CA0B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Probe tiga service, hitung p95, dan tampilkan status lokal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40630B14-07E8-49F9-9B1D-6130C0EE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FF5D6B0-8F03-4314-B671-01D37608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10  |  MONITORING + OBSERVABILITY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FB09C05-575D-4CF3-A974-32A79369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9F9B630-ED50-4414-81E6-2FE18CEB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06936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70BFE7-6544-4BCE-A0AA-F3C79290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C0704D-8F88-47FB-ADE9-9A481942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BA0CAC4-B679-4D87-B75A-4C224E1D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12054eaff45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d6628b2e047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4E830FC-3C3C-4778-A8E2-8B5B692C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9460A86-8F5C-4F3D-BA13-90BE65BB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10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47461A3-A8D9-4FBA-90B3-0EFAFC44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Synthetic check memakai Python standard library dan target dari tiga lab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5BF3839-0837-43FC-939F-6F90BD31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DFA8A52-C532-4BBD-B0FC-CDDA91CE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3735faab540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4FB72EF-349F-4D99-9E78-CA35D187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API, Next.js, Gradio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539089289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79EDB27B-BE5C-4DBE-B674-A2B5AC36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targets.local.json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f7d3684ef47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30649C3-A8CC-4546-9FB8-9680CBC9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Kumpulkan observations.jsonl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e3ce80e41040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F3154A6-FE69-4A3F-BD6C-BDA816E5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Hitung availability dan p95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7ebe80497845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58E9C5E6-4726-48FF-8FB4-1CAF93E8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Bangun status.html lokal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af74831f444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D5ACCAE4-5636-481C-B703-284828C7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Simulasi DOWN dan pemulihan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04f2f463ab47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9AA27E46-1F9F-4F30-B61C-B65A88B2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tanpa webhook/URL privat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D4736192-8830-4D51-87B4-D73F6E9C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8E256A95-BA90-48D3-9F10-2AE8E4C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7D99DA9B-348F-4A7C-8624-11CADAFB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JSONL probe tiga target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p95 dan availability sampel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Halaman UP lalu DOWN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Log JSON dan penjelasan budget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30E7972D-B27B-42A5-8476-B824B067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8D7A365F-EA98-433E-81A4-36E908F0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4548187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4af87e4c7846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51711e2f547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tiga target nyata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terminal terpisah untuk API Lab 06, Next.js Lab 08, Gradio Lab 09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Endpoint lokal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Lab 06: docker compose up --build -d
# Lab 08: npm run dev
# Lab 09: .\.venv\Scripts\python app.py
Get-Content .\targets.local.json
Invoke-WebRequest `
  http://127.0.0.1:3000/api/health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tiap target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Next.js: port 3000 /api/health.
API Compose: port 8000 /health.
Gradio: halaman web port 7860.
monitor.py membaca target JSON.
URL tidak boleh berisi credential.
Ketiga proses harus hidup saat uji UP.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56604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df905bb6834a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390e7a47744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Ambil probe dan buat laporan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10; data operasi lokal disimpan sebagai JSONL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monitor.py --reset `
  --count 5 --interval 3
python report.py
python status.py
Invoke-Item .\status.html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pipeline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--reset mulai file observasi baru.
Setiap siklus mengukur tiga URL.
JSONL menyimpan waktu, ok, HTTP, ms.
report.py menghitung up/checks dan p95.
status.py mengubah ringkasan jadi HTML.
Lima cek hanya sampel kelas.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820283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93e282825b4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2c68380a38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Probe dan laporan tiga target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monitor.py dan report.py dari run lokal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d7590ee4d4a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monitor.py --count 5.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29a2cfa2e4e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probe tiga target.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70f8dec824f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status/latensi ditulis ke JSONL.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3ec78a04e46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p95 memakai latensi respons sukses.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8299579754b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SLO contoh = 99% per periode.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fb62c947d41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JSONL dapat dibaca ulang kapan pun.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423cdf5d648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Waktu/angka berubah pada tiap mesin.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Tiga target tercatat beserta availability dan p95.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9765bbf02f4c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069447"/>
            <a:ext cx="5084064" cy="3066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404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a2c891ec0746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d122851d447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Halaman status UP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status.py menulis status.html yang dibuka langsung di browser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85eaec41c4c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status.py.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4f687563d42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tampilkan kesehatan layanan.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3192de79a64d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HTML dibuat dari observations.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0ab6552b4248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p95 memakai probe sukses.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7629623ad944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Budget dihitung untuk target SLO 99%.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606a45a69c41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Timestamp menunjukkan waktu render.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f3051ddc443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HTML statis, tanpa server tambahan.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API, Next.js, Gradio semuanya UP.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4e1e850dc447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8006" y="2057400"/>
            <a:ext cx="480622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2308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381ab52e8543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731de99d747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Simulasikan gangguan dan hitung ulang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kerja: UI Next.js mati, API dan model tetap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monitor.py --reset --count 3 --interval 1
# Hentikan npm run dev Lab 08 (Ctrl+C).
python monitor.py --count 2 --interval 1
python report.py
python status.py
Invoke-Item .\status.html
# Nyalakan kembali Lab 08 setelah uji.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analisis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Next.js memberi DOWN setelah gagal probe.
Target lain tetap UP: isolasi dampak.
2 kegagalan dari 5 → 60% jika total 5.
Budget 99% untuk 5 cek = 0.05.
Spent 2, sisa = -1.95 check.
Nilai negatif = budget terlampaui.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661224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9367f42dc4d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0e1cdd81b646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Hanya Next.js DOWN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insiden: Next.js dihentikan, API dan Gradio tetap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a10a6de71d4b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stop Next; jalankan dua probe.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f9188d9cef4f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simulasi outage satu layanan.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1c69735234c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dua gagal menurunkan 3/5.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0693d0095842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p95 68.19 ms dari request sukses.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47d0c63084a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Budget -1.95 menunjukkan overspend.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bf72364ea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Sampel kecil bukan SLO produksi.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227964b0e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Nyalakan lagi untuk menguji recovery.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Gangguan pada satu komponen terlihat terpisah.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718084f8848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8006" y="2057400"/>
            <a:ext cx="480622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159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1981f597847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6cb4869a345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pemulihan | Next.js UP lagi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Pemulihan simulasi insiden: Next.js UP, histori gagal tetap dihitung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4667a53214d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hidupkan Next; probe sekali.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b3279763de41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pemulihan layanan.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a5f1c744884e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status UP, histori tetap ada.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734ffee4f84a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status.py memperbarui status.html.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22b80f798c41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Next.js UP; 4/6 = 66,67%.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a5af01b8b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Budget tetap negatif: -1,94 check.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3457ae98a745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API dan Gradio tetap UP 6/6.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 kini UP; SLI masih mencatat insiden.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96f31d26447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76299" y="2057400"/>
            <a:ext cx="3969641" cy="30632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5673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fe96acff0f45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5b3247f82749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challenge SLI, SLO, p95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report.py; hitung dari data yang benar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Rumus di report.py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availability = len(ok) / len(rows)
latencies = sorted(r["latency_ms"]
                   for r in ok)
p95 = latencies[ceil(.95 * n) - 1]
budget_total = len(rows) * .01
budget_spent = len(rows) - len(ok)
budget_left = budget_total - budget_spent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Interpretasi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Availability menghitung sukses/all.
p95 hanya respons sukses.
Nearest-rank memilih posisi 95%.
SLO 99% adalah target, bukan hasil.
Budget berlaku pada periode terdefinisi.
Lima sampel tidak cukup untuk SLA nyata.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7155671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c7535abce343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e227bca3f644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Baca structured log tanpa secret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Lab 08 menulis metadata request JSON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Reproduksi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Jalankan kembali npm run dev Lab 08.
Invoke-RestMethod `
  http://127.0.0.1:3000/api/notes
# Lihat terminal Next.js, cari notes_proxy.
# Cocokkan X-Request-ID dari respons.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Batas data di logger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timestamp, level, event, requestId,
status, durationMs dapat dicari.
Tidak perlu log isi catatan/token.
Metrics = angka agregat.
Logs = peristiwa dengan konteks.
Traces = alur satu request lintas service.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6962139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c6c6898fb40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9fab14d5d342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Log JSON yang dapat dicari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request Next.js menuju API Lab 06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6ebf3b92ee4d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GET /api/notes saat API mati.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c7a2d839a44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telusuri kegagalan satu request.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4296e9dda04c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route mencatat error dan requestId.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d27e8280d14b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durationMs adalah waktu proxy.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8484e91674f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Tidak ada isi catatan atau token.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2e360ac98640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Log server tidak sama dengan UI browser.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7e961ae8f04d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Gunakan ID untuk troubleshooting.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Satu baris JSON menjelaskan request tanpa secret.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ac75ce9fdf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593993"/>
            <a:ext cx="5084064" cy="20174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631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beb9924354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28a832c364d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Alert opsional, recovery, dan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Webhook hanya environment lokal; commit source aman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alert dan Git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DISCORD_WEBHOOK_URL di environment,
# bukan di targets atau source.
python monitor.py --count 2 --interval 1
python report.py
git check-ignore observations.jsonl
git add monitor.py report.py status.py
git add targets.local.json README.md
git diff --cached --check
git commit -m "lab10: monitor status"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dua kegagalan?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monitor.py menghitung gagal beruntun.
Alert dikirim setelah dua gagal.
Sukses berikutnya reset counter.
Jangan kirim satu alert per probe gagal.
Konfigurasi URL publik opsional.
Jangan commit webhook URL nyata.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9329705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2026-10-07T17:06:00.0740000Z</dcterms:created>
  <dcterms:modified xsi:type="dcterms:W3CDTF">2026-10-07T17:06:00.0740000Z</dcterms:modified>
</coreProperties>
</file>