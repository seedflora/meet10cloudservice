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7b5bc156844e44" /><Relationship Type="http://schemas.openxmlformats.org/officeDocument/2006/relationships/extended-properties" Target="/docProps/app.xml" Id="Ra709b573e3d548cf" /><Relationship Type="http://schemas.openxmlformats.org/officeDocument/2006/relationships/officeDocument" Target="/ppt/presentation.xml" Id="R9a14ebc6dcd74f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ccf4ac9c454b8a"/>
  </p:sldMasterIdLst>
  <p:notesMasterIdLst>
    <p:notesMasterId xmlns:r="http://schemas.openxmlformats.org/officeDocument/2006/relationships" r:id="R4e7a08b074244823"/>
  </p:notesMasterIdLst>
  <p:sldIdLst>
    <p:sldId xmlns:r="http://schemas.openxmlformats.org/officeDocument/2006/relationships" id="256" r:id="R8270bf3d3ea142a8"/>
    <p:sldId xmlns:r="http://schemas.openxmlformats.org/officeDocument/2006/relationships" id="257" r:id="R936513b794c7445e"/>
    <p:sldId xmlns:r="http://schemas.openxmlformats.org/officeDocument/2006/relationships" id="258" r:id="R0474660e9f74441c"/>
    <p:sldId xmlns:r="http://schemas.openxmlformats.org/officeDocument/2006/relationships" id="259" r:id="R1b5aaab5bbe947cf"/>
    <p:sldId xmlns:r="http://schemas.openxmlformats.org/officeDocument/2006/relationships" id="260" r:id="Rf859e2f64252461b"/>
    <p:sldId xmlns:r="http://schemas.openxmlformats.org/officeDocument/2006/relationships" id="261" r:id="R73f25f9d84ed4287"/>
    <p:sldId xmlns:r="http://schemas.openxmlformats.org/officeDocument/2006/relationships" id="262" r:id="R9e289dbbddd943ac"/>
    <p:sldId xmlns:r="http://schemas.openxmlformats.org/officeDocument/2006/relationships" id="263" r:id="R1950737dcedc47e1"/>
    <p:sldId xmlns:r="http://schemas.openxmlformats.org/officeDocument/2006/relationships" id="264" r:id="Rea757c56f7764041"/>
    <p:sldId xmlns:r="http://schemas.openxmlformats.org/officeDocument/2006/relationships" id="265" r:id="R4b9404e04703427c"/>
    <p:sldId xmlns:r="http://schemas.openxmlformats.org/officeDocument/2006/relationships" id="266" r:id="Rd4e1708e172e46f4"/>
    <p:sldId xmlns:r="http://schemas.openxmlformats.org/officeDocument/2006/relationships" id="267" r:id="Rb6afe2a0e9da4da2"/>
    <p:sldId xmlns:r="http://schemas.openxmlformats.org/officeDocument/2006/relationships" id="268" r:id="R3f65ba722efe40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3d644aa8754159" /><Relationship Type="http://schemas.openxmlformats.org/officeDocument/2006/relationships/slideMaster" Target="/ppt/slideMasters/slideMaster1.xml" Id="R48ccf4ac9c454b8a" /><Relationship Type="http://schemas.openxmlformats.org/officeDocument/2006/relationships/notesMaster" Target="/ppt/notesMasters/notesMaster1.xml" Id="R4e7a08b074244823" /><Relationship Type="http://schemas.openxmlformats.org/officeDocument/2006/relationships/presProps" Target="/ppt/presProps.xml" Id="R97ff119f68a54f88" /><Relationship Type="http://schemas.openxmlformats.org/officeDocument/2006/relationships/viewProps" Target="/ppt/viewProps.xml" Id="Re39e0668e0f846f8" /><Relationship Type="http://schemas.openxmlformats.org/officeDocument/2006/relationships/tableStyles" Target="/ppt/tableStyles.xml" Id="Rb50464a2be24443f" /><Relationship Type="http://schemas.openxmlformats.org/officeDocument/2006/relationships/slide" Target="/ppt/slides/slide1.xml" Id="R8270bf3d3ea142a8" /><Relationship Type="http://schemas.openxmlformats.org/officeDocument/2006/relationships/slide" Target="/ppt/slides/slide2.xml" Id="R936513b794c7445e" /><Relationship Type="http://schemas.openxmlformats.org/officeDocument/2006/relationships/slide" Target="/ppt/slides/slide3.xml" Id="R0474660e9f74441c" /><Relationship Type="http://schemas.openxmlformats.org/officeDocument/2006/relationships/slide" Target="/ppt/slides/slide4.xml" Id="R1b5aaab5bbe947cf" /><Relationship Type="http://schemas.openxmlformats.org/officeDocument/2006/relationships/slide" Target="/ppt/slides/slide5.xml" Id="Rf859e2f64252461b" /><Relationship Type="http://schemas.openxmlformats.org/officeDocument/2006/relationships/slide" Target="/ppt/slides/slide6.xml" Id="R73f25f9d84ed4287" /><Relationship Type="http://schemas.openxmlformats.org/officeDocument/2006/relationships/slide" Target="/ppt/slides/slide7.xml" Id="R9e289dbbddd943ac" /><Relationship Type="http://schemas.openxmlformats.org/officeDocument/2006/relationships/slide" Target="/ppt/slides/slide8.xml" Id="R1950737dcedc47e1" /><Relationship Type="http://schemas.openxmlformats.org/officeDocument/2006/relationships/slide" Target="/ppt/slides/slide9.xml" Id="Rea757c56f7764041" /><Relationship Type="http://schemas.openxmlformats.org/officeDocument/2006/relationships/slide" Target="/ppt/slides/slide10.xml" Id="R4b9404e04703427c" /><Relationship Type="http://schemas.openxmlformats.org/officeDocument/2006/relationships/slide" Target="/ppt/slides/slide11.xml" Id="Rd4e1708e172e46f4" /><Relationship Type="http://schemas.openxmlformats.org/officeDocument/2006/relationships/slide" Target="/ppt/slides/slide12.xml" Id="Rb6afe2a0e9da4da2" /><Relationship Type="http://schemas.openxmlformats.org/officeDocument/2006/relationships/slide" Target="/ppt/slides/slide13.xml" Id="R3f65ba722efe40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f97f194a4449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2bbf9cd8564aae" /><Relationship Type="http://schemas.openxmlformats.org/officeDocument/2006/relationships/notesMaster" Target="/ppt/notesMasters/notesMaster1.xml" Id="Rb7ba253ad0334c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c625e2509c4be9" /><Relationship Type="http://schemas.openxmlformats.org/officeDocument/2006/relationships/notesMaster" Target="/ppt/notesMasters/notesMaster1.xml" Id="Re497638454a84e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582a630fc04dc1" /><Relationship Type="http://schemas.openxmlformats.org/officeDocument/2006/relationships/notesMaster" Target="/ppt/notesMasters/notesMaster1.xml" Id="R68c29c1b75b643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7be5f0673f4c9c" /><Relationship Type="http://schemas.openxmlformats.org/officeDocument/2006/relationships/notesMaster" Target="/ppt/notesMasters/notesMaster1.xml" Id="R06c20f87ad3542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21c12eec204ce1" /><Relationship Type="http://schemas.openxmlformats.org/officeDocument/2006/relationships/notesMaster" Target="/ppt/notesMasters/notesMaster1.xml" Id="Rcc577ab3a02a4f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7524d7a74347c8" /><Relationship Type="http://schemas.openxmlformats.org/officeDocument/2006/relationships/notesMaster" Target="/ppt/notesMasters/notesMaster1.xml" Id="R61c6afc9e6ea42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5b2211788a457c" /><Relationship Type="http://schemas.openxmlformats.org/officeDocument/2006/relationships/notesMaster" Target="/ppt/notesMasters/notesMaster1.xml" Id="Rd4a35f7e321044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050f00c585413b" /><Relationship Type="http://schemas.openxmlformats.org/officeDocument/2006/relationships/notesMaster" Target="/ppt/notesMasters/notesMaster1.xml" Id="Rd9860691553447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426e3cef0545a1" /><Relationship Type="http://schemas.openxmlformats.org/officeDocument/2006/relationships/notesMaster" Target="/ppt/notesMasters/notesMaster1.xml" Id="Rda7980ec024f45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f07efc6f5b49bc" /><Relationship Type="http://schemas.openxmlformats.org/officeDocument/2006/relationships/notesMaster" Target="/ppt/notesMasters/notesMaster1.xml" Id="R60e0736f34e840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cefe71c87b4477" /><Relationship Type="http://schemas.openxmlformats.org/officeDocument/2006/relationships/notesMaster" Target="/ppt/notesMasters/notesMaster1.xml" Id="R196c87f83bd64b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c663371d874cc6" /><Relationship Type="http://schemas.openxmlformats.org/officeDocument/2006/relationships/notesMaster" Target="/ppt/notesMasters/notesMaster1.xml" Id="R8bbee065351844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933edcc68f4060" /><Relationship Type="http://schemas.openxmlformats.org/officeDocument/2006/relationships/notesMaster" Target="/ppt/notesMasters/notesMaster1.xml" Id="Re8875e5466324c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9f72378a0840f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76a7b11dd34c77" /><Relationship Type="http://schemas.openxmlformats.org/officeDocument/2006/relationships/slideLayout" Target="/ppt/slideLayouts/slideLayout1.xml" Id="R6bfeb947ae124d4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feb947ae124d43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b7269af5c4d7c" /><Relationship Type="http://schemas.openxmlformats.org/officeDocument/2006/relationships/image" Target="/ppt/media/image.jpeg" Id="Rc8c51fc794c34d6d" /><Relationship Type="http://schemas.openxmlformats.org/officeDocument/2006/relationships/image" Target="/ppt/media/image.png" Id="R9e4d962db0334be1" /><Relationship Type="http://schemas.openxmlformats.org/officeDocument/2006/relationships/image" Target="/ppt/media/image2.png" Id="R3fa7a7dbd64941f6" /><Relationship Type="http://schemas.openxmlformats.org/officeDocument/2006/relationships/notesSlide" Target="/ppt/notesSlides/notesSlide1.xml" Id="Rba696ccb9bba40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16c5a3a9e4f8b" /><Relationship Type="http://schemas.openxmlformats.org/officeDocument/2006/relationships/image" Target="/ppt/media/image.png" Id="Raea033abd5b44e48" /><Relationship Type="http://schemas.openxmlformats.org/officeDocument/2006/relationships/image" Target="/ppt/media/image2.png" Id="R4134999cd59c45e6" /><Relationship Type="http://schemas.openxmlformats.org/officeDocument/2006/relationships/image" Target="/ppt/media/image3.png" Id="R59da2904db9f4b17" /><Relationship Type="http://schemas.openxmlformats.org/officeDocument/2006/relationships/image" Target="/ppt/media/image4.png" Id="R6002f7aea836412c" /><Relationship Type="http://schemas.openxmlformats.org/officeDocument/2006/relationships/image" Target="/ppt/media/image5.png" Id="R6509619467cf4767" /><Relationship Type="http://schemas.openxmlformats.org/officeDocument/2006/relationships/image" Target="/ppt/media/image6.png" Id="Re376e0e25eaa42d0" /><Relationship Type="http://schemas.openxmlformats.org/officeDocument/2006/relationships/image" Target="/ppt/media/image7.png" Id="R1b4f3cf57bc242c0" /><Relationship Type="http://schemas.openxmlformats.org/officeDocument/2006/relationships/image" Target="/ppt/media/image8.png" Id="R59889345855a4e03" /><Relationship Type="http://schemas.openxmlformats.org/officeDocument/2006/relationships/image" Target="/ppt/media/image9.png" Id="Rec792d8d25c14de7" /><Relationship Type="http://schemas.openxmlformats.org/officeDocument/2006/relationships/notesSlide" Target="/ppt/notesSlides/notesSlide2.xml" Id="R9b04d2c397f544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d3ca2eb53493b" /><Relationship Type="http://schemas.openxmlformats.org/officeDocument/2006/relationships/image" Target="/ppt/media/image.png" Id="R0e9dcc0ff9c645ed" /><Relationship Type="http://schemas.openxmlformats.org/officeDocument/2006/relationships/image" Target="/ppt/media/image2.png" Id="R2a3c3e0c9d3245a6" /><Relationship Type="http://schemas.openxmlformats.org/officeDocument/2006/relationships/notesSlide" Target="/ppt/notesSlides/notesSlide3.xml" Id="R9ecf5c2d610140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a15a0b2714744" /><Relationship Type="http://schemas.openxmlformats.org/officeDocument/2006/relationships/image" Target="/ppt/media/image.png" Id="R693366f6c68b4ef9" /><Relationship Type="http://schemas.openxmlformats.org/officeDocument/2006/relationships/image" Target="/ppt/media/image2.png" Id="Rc7bbffc24a7348be" /><Relationship Type="http://schemas.openxmlformats.org/officeDocument/2006/relationships/notesSlide" Target="/ppt/notesSlides/notesSlide4.xml" Id="R10e788f589fc49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5ad9a5218439e" /><Relationship Type="http://schemas.openxmlformats.org/officeDocument/2006/relationships/image" Target="/ppt/media/image.png" Id="R9cccd0a95df44476" /><Relationship Type="http://schemas.openxmlformats.org/officeDocument/2006/relationships/image" Target="/ppt/media/image2.png" Id="R995ed0db673e4cfa" /><Relationship Type="http://schemas.openxmlformats.org/officeDocument/2006/relationships/image" Target="/ppt/media/image3.png" Id="Rf81acab152b54ff6" /><Relationship Type="http://schemas.openxmlformats.org/officeDocument/2006/relationships/image" Target="/ppt/media/image4.png" Id="R059d22f32cd34f7a" /><Relationship Type="http://schemas.openxmlformats.org/officeDocument/2006/relationships/image" Target="/ppt/media/image5.png" Id="R3e3b959150b54db5" /><Relationship Type="http://schemas.openxmlformats.org/officeDocument/2006/relationships/image" Target="/ppt/media/image6.png" Id="R982dd6058d3140c3" /><Relationship Type="http://schemas.openxmlformats.org/officeDocument/2006/relationships/image" Target="/ppt/media/image7.png" Id="R55415ba6ca674de4" /><Relationship Type="http://schemas.openxmlformats.org/officeDocument/2006/relationships/image" Target="/ppt/media/image8.png" Id="R6cd3d550f6924690" /><Relationship Type="http://schemas.openxmlformats.org/officeDocument/2006/relationships/image" Target="/ppt/media/image9.png" Id="Rfe688806424d47c4" /><Relationship Type="http://schemas.openxmlformats.org/officeDocument/2006/relationships/image" Target="/ppt/media/image10.png" Id="R02f68bbc8fdf454b" /><Relationship Type="http://schemas.openxmlformats.org/officeDocument/2006/relationships/notesSlide" Target="/ppt/notesSlides/notesSlide5.xml" Id="R8a2fd35559304d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98b14199f4c73" /><Relationship Type="http://schemas.openxmlformats.org/officeDocument/2006/relationships/image" Target="/ppt/media/image.png" Id="R1613b812509b4ed4" /><Relationship Type="http://schemas.openxmlformats.org/officeDocument/2006/relationships/image" Target="/ppt/media/image2.png" Id="R63bc984a80b84be0" /><Relationship Type="http://schemas.openxmlformats.org/officeDocument/2006/relationships/image" Target="/ppt/media/image3.png" Id="R67c73ffdd2fa4a01" /><Relationship Type="http://schemas.openxmlformats.org/officeDocument/2006/relationships/image" Target="/ppt/media/image4.png" Id="Rd3797b3c75b9470f" /><Relationship Type="http://schemas.openxmlformats.org/officeDocument/2006/relationships/image" Target="/ppt/media/image5.png" Id="R22997519e9964b50" /><Relationship Type="http://schemas.openxmlformats.org/officeDocument/2006/relationships/image" Target="/ppt/media/image6.png" Id="Ree20e61ce311444e" /><Relationship Type="http://schemas.openxmlformats.org/officeDocument/2006/relationships/image" Target="/ppt/media/image7.png" Id="Rfa6a1d0c5dbe4822" /><Relationship Type="http://schemas.openxmlformats.org/officeDocument/2006/relationships/image" Target="/ppt/media/image8.png" Id="R22afb1f8a4604feb" /><Relationship Type="http://schemas.openxmlformats.org/officeDocument/2006/relationships/image" Target="/ppt/media/image9.png" Id="Rd5c632f337b4442b" /><Relationship Type="http://schemas.openxmlformats.org/officeDocument/2006/relationships/image" Target="/ppt/media/image11.png" Id="R635a8ab304ec4363" /><Relationship Type="http://schemas.openxmlformats.org/officeDocument/2006/relationships/notesSlide" Target="/ppt/notesSlides/notesSlide6.xml" Id="Re7769a0c7fc240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38caff73b48ab" /><Relationship Type="http://schemas.openxmlformats.org/officeDocument/2006/relationships/image" Target="/ppt/media/image.png" Id="Rb4054540f1f84282" /><Relationship Type="http://schemas.openxmlformats.org/officeDocument/2006/relationships/image" Target="/ppt/media/image2.png" Id="Rbdf46a2967a64f01" /><Relationship Type="http://schemas.openxmlformats.org/officeDocument/2006/relationships/notesSlide" Target="/ppt/notesSlides/notesSlide7.xml" Id="R85bbd249700f47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1424028cc4d71" /><Relationship Type="http://schemas.openxmlformats.org/officeDocument/2006/relationships/image" Target="/ppt/media/image.png" Id="R4bcd9496ab0042d1" /><Relationship Type="http://schemas.openxmlformats.org/officeDocument/2006/relationships/image" Target="/ppt/media/image2.png" Id="R6ec9e7f19b374f9b" /><Relationship Type="http://schemas.openxmlformats.org/officeDocument/2006/relationships/image" Target="/ppt/media/image3.png" Id="R4f02e08312e445c1" /><Relationship Type="http://schemas.openxmlformats.org/officeDocument/2006/relationships/image" Target="/ppt/media/image4.png" Id="R201811c2d3ef41ac" /><Relationship Type="http://schemas.openxmlformats.org/officeDocument/2006/relationships/image" Target="/ppt/media/image5.png" Id="R5cdb6813e5f54e12" /><Relationship Type="http://schemas.openxmlformats.org/officeDocument/2006/relationships/image" Target="/ppt/media/image6.png" Id="Rc5823297ec894904" /><Relationship Type="http://schemas.openxmlformats.org/officeDocument/2006/relationships/image" Target="/ppt/media/image7.png" Id="R645e6e78253840e8" /><Relationship Type="http://schemas.openxmlformats.org/officeDocument/2006/relationships/image" Target="/ppt/media/image8.png" Id="R7a69adbb90214b9d" /><Relationship Type="http://schemas.openxmlformats.org/officeDocument/2006/relationships/image" Target="/ppt/media/image9.png" Id="R6f1158a341844565" /><Relationship Type="http://schemas.openxmlformats.org/officeDocument/2006/relationships/image" Target="/ppt/media/image12.png" Id="R60ff8757820340fa" /><Relationship Type="http://schemas.openxmlformats.org/officeDocument/2006/relationships/notesSlide" Target="/ppt/notesSlides/notesSlide8.xml" Id="Ra5a24f1f08e744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4290fd92d4d5a" /><Relationship Type="http://schemas.openxmlformats.org/officeDocument/2006/relationships/image" Target="/ppt/media/image.png" Id="R043303fa26af4359" /><Relationship Type="http://schemas.openxmlformats.org/officeDocument/2006/relationships/image" Target="/ppt/media/image2.png" Id="R211141b2bac340fe" /><Relationship Type="http://schemas.openxmlformats.org/officeDocument/2006/relationships/image" Target="/ppt/media/image3.png" Id="R075095e9ddac4543" /><Relationship Type="http://schemas.openxmlformats.org/officeDocument/2006/relationships/image" Target="/ppt/media/image4.png" Id="R539f1ba9c7014784" /><Relationship Type="http://schemas.openxmlformats.org/officeDocument/2006/relationships/image" Target="/ppt/media/image5.png" Id="R4d654b3e7e5a46b3" /><Relationship Type="http://schemas.openxmlformats.org/officeDocument/2006/relationships/image" Target="/ppt/media/image6.png" Id="R6dba8dbe97154cd3" /><Relationship Type="http://schemas.openxmlformats.org/officeDocument/2006/relationships/image" Target="/ppt/media/image7.png" Id="R2f09e5199da24e49" /><Relationship Type="http://schemas.openxmlformats.org/officeDocument/2006/relationships/image" Target="/ppt/media/image8.png" Id="Ra0385f04bc3d48c5" /><Relationship Type="http://schemas.openxmlformats.org/officeDocument/2006/relationships/image" Target="/ppt/media/image9.png" Id="R61a25f26ce6146d6" /><Relationship Type="http://schemas.openxmlformats.org/officeDocument/2006/relationships/image" Target="/ppt/media/image13.png" Id="R81f229507d8d44c3" /><Relationship Type="http://schemas.openxmlformats.org/officeDocument/2006/relationships/notesSlide" Target="/ppt/notesSlides/notesSlide9.xml" Id="R60e264efff814d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378c02e634db9" /><Relationship Type="http://schemas.openxmlformats.org/officeDocument/2006/relationships/image" Target="/ppt/media/image.png" Id="R40d4c473b8884b72" /><Relationship Type="http://schemas.openxmlformats.org/officeDocument/2006/relationships/image" Target="/ppt/media/image2.png" Id="R44d5a0cb9c4f48c7" /><Relationship Type="http://schemas.openxmlformats.org/officeDocument/2006/relationships/notesSlide" Target="/ppt/notesSlides/notesSlide10.xml" Id="R4c2f5d3f228543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ebcde8d864922" /><Relationship Type="http://schemas.openxmlformats.org/officeDocument/2006/relationships/image" Target="/ppt/media/image.png" Id="R46081f7c0f964b6b" /><Relationship Type="http://schemas.openxmlformats.org/officeDocument/2006/relationships/image" Target="/ppt/media/image2.png" Id="R33c1bab5c321469b" /><Relationship Type="http://schemas.openxmlformats.org/officeDocument/2006/relationships/notesSlide" Target="/ppt/notesSlides/notesSlide11.xml" Id="Rea5a996b53924f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0567a3c5e4f59" /><Relationship Type="http://schemas.openxmlformats.org/officeDocument/2006/relationships/image" Target="/ppt/media/image.png" Id="R9b4fabb3221f4b18" /><Relationship Type="http://schemas.openxmlformats.org/officeDocument/2006/relationships/image" Target="/ppt/media/image2.png" Id="Rdba2ad0fba664d31" /><Relationship Type="http://schemas.openxmlformats.org/officeDocument/2006/relationships/image" Target="/ppt/media/image3.png" Id="R8a63bb569049493d" /><Relationship Type="http://schemas.openxmlformats.org/officeDocument/2006/relationships/image" Target="/ppt/media/image4.png" Id="Rc75782e319634b8d" /><Relationship Type="http://schemas.openxmlformats.org/officeDocument/2006/relationships/image" Target="/ppt/media/image5.png" Id="R37f2fb917d2a436c" /><Relationship Type="http://schemas.openxmlformats.org/officeDocument/2006/relationships/image" Target="/ppt/media/image6.png" Id="R5de3be6b6a3949fb" /><Relationship Type="http://schemas.openxmlformats.org/officeDocument/2006/relationships/image" Target="/ppt/media/image7.png" Id="R03e803b019364cb8" /><Relationship Type="http://schemas.openxmlformats.org/officeDocument/2006/relationships/image" Target="/ppt/media/image8.png" Id="Re298d34d0d0f4ac2" /><Relationship Type="http://schemas.openxmlformats.org/officeDocument/2006/relationships/image" Target="/ppt/media/image9.png" Id="R051ba07aa50f49be" /><Relationship Type="http://schemas.openxmlformats.org/officeDocument/2006/relationships/image" Target="/ppt/media/image14.png" Id="Rb1a9b96646c04972" /><Relationship Type="http://schemas.openxmlformats.org/officeDocument/2006/relationships/notesSlide" Target="/ppt/notesSlides/notesSlide12.xml" Id="R7e61e05b8b3f48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4a12942644a0d" /><Relationship Type="http://schemas.openxmlformats.org/officeDocument/2006/relationships/image" Target="/ppt/media/image.png" Id="R060216353a644f51" /><Relationship Type="http://schemas.openxmlformats.org/officeDocument/2006/relationships/image" Target="/ppt/media/image2.png" Id="R24b509845d934068" /><Relationship Type="http://schemas.openxmlformats.org/officeDocument/2006/relationships/notesSlide" Target="/ppt/notesSlides/notesSlide13.xml" Id="R864345ac5989450a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8c51fc794c34d6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d962db0334b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1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a7a7dbd64941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75232139-FE44-4C56-9E52-FA0CBF00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4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COMP6991031   |   PRAKTIKUM 10   |   100 MENIT</a:t>
            </a:r>
            <a:endParaRPr sz="14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CEB07E50-4FCC-43A6-9D30-D1CF5581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8920"/>
            <a:ext cx="11247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MONITORING</a:t>
            </a:r>
            <a:endParaRPr sz="5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23D60110-2C4E-442B-8296-C66A82AC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UPTIME + SLI/SLO</a:t>
            </a:r>
            <a:endParaRPr sz="24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19EDB5AF-DDB1-4C9A-AE24-C453CA0B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1960"/>
            <a:ext cx="11247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Probe tiga service, hitung p95, dan tampilkan status lokal</a:t>
            </a:r>
            <a:endParaRPr sz="1600"/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40630B14-07E8-49F9-9B1D-6130C0EE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006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BFF5D6B0-8F03-4314-B671-01D37608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776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 spc="3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PERTEMUAN 10  |  MONITORING + OBSERVABILITY</a:t>
            </a:r>
            <a:endParaRPr sz="12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EFB09C05-575D-4CF3-A974-32A79369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Budi Juarto, S.T., M.Kom.</a:t>
            </a:r>
            <a:endParaRPr sz="13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D9F9B630-ED50-4414-81E6-2FE18CEB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Departemen Informatika  -  BINUS @Bandung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069364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670BFE7-6544-4BCE-A0AA-F3C79290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4C0704D-8F88-47FB-ADE9-9A481942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BA0CAC4-B679-4D87-B75A-4C224E1D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033abd5b44e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4999cd59c45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44E830FC-3C3C-4778-A8E2-8B5B692C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B9460A86-8F5C-4F3D-BA13-90BE65BB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Alur praktik Lab 10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47461A3-A8D9-4FBA-90B3-0EFAFC44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Synthetic check memakai Python standard library dan target dari tiga lab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05BF3839-0837-43FC-939F-6F90BD31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5DFA8A52-C532-4BBD-B0FC-CDDA91CE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 INTI</a:t>
            </a:r>
          </a:p>
          <a:p xmlns:a="http://schemas.openxmlformats.org/drawingml/2006/main">
            <a:pPr marL="0" indent="0">
              <a:buNone/>
            </a:pPr>
            <a:endParaRPr sz="1100" b="1" spc="300">
              <a:solidFill>
                <a:srgbClr val="F3702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Kode yang tersedia</a:t>
            </a:r>
            <a:endParaRPr sz="1100"/>
          </a:p>
        </p:txBody>
      </p:sp>
      <p:pic>
        <p:nvPicPr>
          <p:cNvPr id="5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a2904db9f4b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54FB72EF-349F-4D99-9E78-CA35D187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Jalankan API, Next.js, Gradio</a:t>
            </a:r>
            <a:endParaRPr sz="1600"/>
          </a:p>
        </p:txBody>
      </p:sp>
      <p:pic>
        <p:nvPicPr>
          <p:cNvPr id="5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2f7aea83641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00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79EDB27B-BE5C-4DBE-B674-A2B5AC36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Periksa targets.local.json</a:t>
            </a:r>
            <a:endParaRPr sz="1600"/>
          </a:p>
        </p:txBody>
      </p:sp>
      <p:pic>
        <p:nvPicPr>
          <p:cNvPr id="5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9619467cf47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03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630649C3-A8CC-4546-9FB8-9680CBC9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Catat observations.jsonl</a:t>
            </a:r>
            <a:endParaRPr sz="1600"/>
          </a:p>
        </p:txBody>
      </p:sp>
      <p:pic>
        <p:nvPicPr>
          <p:cNvPr id="5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6e0e25eaa42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0F3154A6-FE69-4A3F-BD6C-BDA816E5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Hitung availability dan p95</a:t>
            </a:r>
            <a:endParaRPr sz="1600"/>
          </a:p>
        </p:txBody>
      </p:sp>
      <p:pic>
        <p:nvPicPr>
          <p:cNvPr id="5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f3cf57bc242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09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58E9C5E6-4726-48FF-8FB4-1CAF93E8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Bangun status.html lokal</a:t>
            </a:r>
            <a:endParaRPr sz="1600"/>
          </a:p>
        </p:txBody>
      </p:sp>
      <p:pic>
        <p:nvPicPr>
          <p:cNvPr id="60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89345855a4e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12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D5ACCAE4-5636-481C-B703-284828C7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Simulasi DOWN dan pemulihan</a:t>
            </a:r>
            <a:endParaRPr sz="1600"/>
          </a:p>
        </p:txBody>
      </p:sp>
      <p:pic>
        <p:nvPicPr>
          <p:cNvPr id="62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92d8d25c14d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715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9AA27E46-1F9F-4F30-B61C-B65A88B2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Git tanpa webhook/URL privat</a:t>
            </a:r>
            <a:endParaRPr sz="1600"/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D4736192-8830-4D51-87B4-D73F6E9C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8E256A95-BA90-48D3-9F10-2AE8E4C1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PROYEK KELOMPOK</a:t>
            </a:r>
          </a:p>
          <a:p xmlns:a="http://schemas.openxmlformats.org/drawingml/2006/main">
            <a:pPr marL="0" indent="0">
              <a:buNone/>
            </a:pPr>
            <a:endParaRPr sz="1100" b="1" spc="300">
              <a:solidFill>
                <a:srgbClr val="F3702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Tim 3 orang</a:t>
            </a: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7D99DA9B-348F-4A7C-8624-11CADAFB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Monitoring mendukung operasi proyek</a:t>
            </a:r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Ukur availability dan p95 sampel</a:t>
            </a:r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Simpan bukti bila berguna</a:t>
            </a:r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Minggu 7 dan 14; tanpa nilai Lab 10</a:t>
            </a:r>
            <a:endParaRPr sz="1700"/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30E7972D-B27B-42A5-8476-B824B067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8D7A365F-EA98-433E-81A4-36E908F0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Ikuti modul mahasiswa untuk perintah lengkap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24548187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51B2EDE-56D0-4896-9CD6-C86D14D3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CFE9F8-72DD-4CCB-85CF-7C658CE0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5E14C0-7D13-4B50-A92E-306CDCC9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9dcc0ff9c645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c3e0c9d3245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E404997F-173C-4E22-A72E-8CFB412D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CF796B5-56F1-4890-B330-5869D287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1 | Siapkan tiga target nyata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2F1C4EB-98E2-4DC3-9D82-FB87203F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Gunakan terminal terpisah untuk API Lab 06, Next.js Lab 08, Gradio Lab 09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F8CC7F4-ED35-4A04-8415-70ACD2C0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B411C01C-0CB8-4154-B3A8-6D74E1D5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62527B0-2FD1-4F8F-9486-ECDEEC6C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CEA9217-0B7B-4F3D-8F5E-9245E634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5B3A4AC1-4C38-499E-9355-B79B9659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6EB60959-1E9D-4E31-BA36-9E6852BA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Endpoint lokal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BC340967-8F8A-42B0-85CE-592D55F1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5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 Lab 06: .env siap sesuai modul Lab 06
# docker compose up -d --build --wait
# Lab 08: npm run dev
# Lab 09: .\.venv\Scripts\python app.py
Get-Content .\targets.local.json
Invoke-RestMethod http://127.0.0.1:18006/health</a:t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9BC739D4-5798-4228-9B77-D0807E20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D9EBF0B-E8C4-4AFB-AFE7-B6CEC2B6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47943E62-587A-41A0-AA91-65E93141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F04DFE67-2A9F-48AA-8EA4-C86F7B35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97180367-74D6-4455-837C-10DB4845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8A13D164-060E-41CA-8437-890A2B36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Fungsi tiap target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3EACD03-024A-4921-9CE4-CECC7D83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Next.js: port 3000 /api/health.
API Compose: port 18006 /health.
Gradio: halaman web port 7860.
monitor.py membaca target JSON.
URL tidak boleh berisi credential.
Ketiga proses hidup untuk baseline UP.</a:t>
            </a:r>
            <a:endParaRPr sz="16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56604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51B2EDE-56D0-4896-9CD6-C86D14D3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CFE9F8-72DD-4CCB-85CF-7C658CE0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5E14C0-7D13-4B50-A92E-306CDCC9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366f6c68b4e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bffc24a7348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E404997F-173C-4E22-A72E-8CFB412D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CF796B5-56F1-4890-B330-5869D287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2 | Ambil probe dan buat laporan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2F1C4EB-98E2-4DC3-9D82-FB87203F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Dari root repo Lab 10; data operasi lokal disimpan sebagai JSONL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F8CC7F4-ED35-4A04-8415-70ACD2C0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B411C01C-0CB8-4154-B3A8-6D74E1D5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62527B0-2FD1-4F8F-9486-ECDEEC6C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CEA9217-0B7B-4F3D-8F5E-9245E634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5B3A4AC1-4C38-499E-9355-B79B9659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6EB60959-1E9D-4E31-BA36-9E6852BA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PowerShell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BC340967-8F8A-42B0-85CE-592D55F1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5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python monitor.py --reset `
  --count 5 --interval 3
python report.py
python status.py
Invoke-Item .\status.html</a:t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9BC739D4-5798-4228-9B77-D0807E20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D9EBF0B-E8C4-4AFB-AFE7-B6CEC2B6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47943E62-587A-41A0-AA91-65E93141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F04DFE67-2A9F-48AA-8EA4-C86F7B35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97180367-74D6-4455-837C-10DB4845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8A13D164-060E-41CA-8437-890A2B36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Cara kerja pipeline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3EACD03-024A-4921-9CE4-CECC7D83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FFFFF"/>
                </a:solidFill>
                <a:latin typeface="Aptos"/>
                <a:ea typeface="Aptos"/>
                <a:cs typeface="Aptos"/>
              </a:rPr>
              <a:t>--reset mulai file observasi baru.
Setiap siklus mengukur tiga URL.
JSONL menyimpan waktu, ok, HTTP, ms.
report.py menghitung up/checks dan p95.
status.py mengubah ringkasan jadi HTML.
Lima cek hanya sampel kelas.</a:t>
            </a:r>
            <a:endParaRPr sz="16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820283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9AB9A9A-0947-462E-934E-B2400BC5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D4F55D9-27D4-46C6-8E07-7E01E2F5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C05EB8C-1AB1-4E56-84FE-95852589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cd0a95df444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ed0db673e4c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1F127FB-81B4-41A8-9C45-AA7F1515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3EF31C9-BAC9-43A5-9588-35F774AD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1 | Probe dan laporan tiga target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ED02C09-C53D-4B52-BD4C-71B1FEDD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Output monitor.py dan report.py dari run lokal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511F3F0-6A98-41EF-8649-E696F4C9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B0515DAC-679C-41E5-BEF3-47023709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1acab152b54f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7777633E-25E8-473B-85D1-A2CCDB70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Perintah: python monitor.py --count 5.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d22f32cd34f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00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F45398AE-0FB6-42F9-BADC-B4E51CAC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Fungsi: probe tiga target.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b959150b54d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03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3465C8B5-2F2E-41A5-9CE8-A1140A05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Cara kerja: status/latensi ditulis ke JSONL.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dd6058d3140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E3BA35A8-245C-4E42-B810-578F386C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p95 memakai latensi respons sukses.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15ba6ca674d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09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AE08E845-E5A0-4491-8981-3F30269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SLO contoh = 99% per periode.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3d550f69246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12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3AAF5F71-8C83-45DD-A1C2-6A37AE7A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JSONL dapat dibaca ulang kapan pun.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688806424d47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715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C7CDA5B9-11CE-4C44-977A-C028B4EE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Waktu/angka berubah pada tiap mesin.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700288CD-FD9B-460A-854F-55CBD9AB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CB3350F3-3296-426D-863F-177ECABD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A18E4DFD-E12D-4609-A35A-914A51AE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F0706024-38A2-416F-B205-77840F63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26BEBC0A-D3A9-485A-A70F-650A3A86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Tiga target tercatat beserta availability dan p95.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68bbc8fdf45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088" y="2069447"/>
            <a:ext cx="5084064" cy="30665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404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9AB9A9A-0947-462E-934E-B2400BC5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D4F55D9-27D4-46C6-8E07-7E01E2F5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C05EB8C-1AB1-4E56-84FE-95852589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3b812509b4e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c984a80b8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1F127FB-81B4-41A8-9C45-AA7F1515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3EF31C9-BAC9-43A5-9588-35F774AD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2 | Halaman status UP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ED02C09-C53D-4B52-BD4C-71B1FEDD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status.py menulis status.html yang dibuka langsung di browser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511F3F0-6A98-41EF-8649-E696F4C9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B0515DAC-679C-41E5-BEF3-47023709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c73ffdd2fa4a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7777633E-25E8-473B-85D1-A2CCDB70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Perintah: python status.py.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97b3c75b947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00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F45398AE-0FB6-42F9-BADC-B4E51CAC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Fungsi: tampilkan kesehatan layanan.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97519e9964b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03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3465C8B5-2F2E-41A5-9CE8-A1140A05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Cara kerja: HTML dibuat dari observations.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0e61ce31144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E3BA35A8-245C-4E42-B810-578F386C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p95 memakai probe sukses.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a1d0c5dbe48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09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AE08E845-E5A0-4491-8981-3F30269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Budget dihitung untuk target SLO 99%.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fb1f8a4604f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12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3AAF5F71-8C83-45DD-A1C2-6A37AE7A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Timestamp menunjukkan waktu render.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632f337b444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715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C7CDA5B9-11CE-4C44-977A-C028B4EE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HTML statis, tanpa server tambahan.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700288CD-FD9B-460A-854F-55CBD9AB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CB3350F3-3296-426D-863F-177ECABD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A18E4DFD-E12D-4609-A35A-914A51AE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F0706024-38A2-416F-B205-77840F63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26BEBC0A-D3A9-485A-A70F-650A3A86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API, Next.js, Gradio semuanya UP.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a8ab304ec43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58006" y="2057400"/>
            <a:ext cx="4806229" cy="309067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2308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51B2EDE-56D0-4896-9CD6-C86D14D3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CFE9F8-72DD-4CCB-85CF-7C658CE0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5E14C0-7D13-4B50-A92E-306CDCC9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54540f1f842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46a2967a64f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E404997F-173C-4E22-A72E-8CFB412D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CF796B5-56F1-4890-B330-5869D287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3 | Simulasikan gangguan dan hitung ulang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2F1C4EB-98E2-4DC3-9D82-FB87203F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Kasus kerja: UI Next.js mati, API dan model tetap hidup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F8CC7F4-ED35-4A04-8415-70ACD2C0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B411C01C-0CB8-4154-B3A8-6D74E1D5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62527B0-2FD1-4F8F-9486-ECDEEC6C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CEA9217-0B7B-4F3D-8F5E-9245E634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5B3A4AC1-4C38-499E-9355-B79B9659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6EB60959-1E9D-4E31-BA36-9E6852BA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Perintah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BC340967-8F8A-42B0-85CE-592D55F1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5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 Lanjutkan baseline lima check, tanpa reset.
# Hentikan npm run dev Lab 08 (Ctrl+C).
python monitor.py --count 2 --interval 1
python report.py
python status.py
Invoke-Item .\status.html
# Nyalakan kembali Lab 08 setelah uji.</a:t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9BC739D4-5798-4228-9B77-D0807E20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D9EBF0B-E8C4-4AFB-AFE7-B6CEC2B6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47943E62-587A-41A0-AA91-65E93141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F04DFE67-2A9F-48AA-8EA4-C86F7B35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97180367-74D6-4455-837C-10DB4845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8A13D164-060E-41CA-8437-890A2B36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Kunci analisis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3EACD03-024A-4921-9CE4-CECC7D83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 terakhir DOWN, dua target tetap UP.
Lima sehat + dua gagal: 5/7 = 71,43%.
Budget 99% untuk 7 check = 0,07.
Spent 2, sisa = -1,93 check.
Tanpa reset, histori tetap dihitung.
Sampel kelas belum menjadi SLO produksi.</a:t>
            </a:r>
            <a:endParaRPr sz="16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9661224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9AB9A9A-0947-462E-934E-B2400BC5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D4F55D9-27D4-46C6-8E07-7E01E2F5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C05EB8C-1AB1-4E56-84FE-95852589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d9496ab0042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9e7f19b374f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1F127FB-81B4-41A8-9C45-AA7F1515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3EF31C9-BAC9-43A5-9588-35F774AD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3 | Hanya Next.js DOWN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ED02C09-C53D-4B52-BD4C-71B1FEDD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Screenshot run sebelumnya memakai baseline 3 check, lalu 2 gagal. Modul terbaru memakai 5 check baseline.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511F3F0-6A98-41EF-8649-E696F4C9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B0515DAC-679C-41E5-BEF3-47023709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2e08312e445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7777633E-25E8-473B-85D1-A2CCDB70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Aksi: stop Next; jalankan dua probe.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811c2d3ef41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00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F45398AE-0FB6-42F9-BADC-B4E51CAC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Fungsi: simulasi outage satu layanan.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b6813e5f54e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03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3465C8B5-2F2E-41A5-9CE8-A1140A05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Cara kerja: dua gagal menurunkan 3/5.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823297ec8949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E3BA35A8-245C-4E42-B810-578F386C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p95 68.19 ms dari request sukses.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e6e78253840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09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AE08E845-E5A0-4491-8981-3F30269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Budget -1.95 menunjukkan overspend.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9adbb90214b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12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3AAF5F71-8C83-45DD-A1C2-6A37AE7A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Sampel kecil bukan SLO produksi.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158a3418445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715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C7CDA5B9-11CE-4C44-977A-C028B4EE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Nyalakan lagi untuk menguji recovery.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700288CD-FD9B-460A-854F-55CBD9AB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CB3350F3-3296-426D-863F-177ECABD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50876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A18E4DFD-E12D-4609-A35A-914A51AE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F0706024-38A2-416F-B205-77840F63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26BEBC0A-D3A9-485A-A70F-650A3A86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Gangguan pada satu komponen terlihat terpisah.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f8757820340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58006" y="2057400"/>
            <a:ext cx="4806229" cy="309067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159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9AB9A9A-0947-462E-934E-B2400BC5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D4F55D9-27D4-46C6-8E07-7E01E2F5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C05EB8C-1AB1-4E56-84FE-95852589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303fa26af43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141b2bac340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1F127FB-81B4-41A8-9C45-AA7F1515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3EF31C9-BAC9-43A5-9588-35F774AD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pemulihan | Next.js UP lagi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ED02C09-C53D-4B52-BD4C-71B1FEDD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Screenshot run sebelumnya: 3 sehat, 2 gagal, 1 pulih. Jumlah check modul terbaru berbeda.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511F3F0-6A98-41EF-8649-E696F4C9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B0515DAC-679C-41E5-BEF3-47023709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095e9ddac45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7777633E-25E8-473B-85D1-A2CCDB70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Aksi: hidupkan Next; probe sekali.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f1ba9c70147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00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F45398AE-0FB6-42F9-BADC-B4E51CAC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Fungsi: cek pemulihan layanan.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54b3e7e5a46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03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3465C8B5-2F2E-41A5-9CE8-A1140A05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Cara kerja: status UP, histori tetap ada.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a8dbe97154c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E3BA35A8-245C-4E42-B810-578F386C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status.py memperbarui status.html.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9e5199da24e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09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AE08E845-E5A0-4491-8981-3F30269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Next.js UP; 4/6 = 66,67%.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85f04bc3d48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12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3AAF5F71-8C83-45DD-A1C2-6A37AE7A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Budget tetap negatif: -1,94 check.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25f26ce6146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715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C7CDA5B9-11CE-4C44-977A-C028B4EE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API dan Gradio tetap UP 6/6.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700288CD-FD9B-460A-854F-55CBD9AB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CB3350F3-3296-426D-863F-177ECABD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50876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A18E4DFD-E12D-4609-A35A-914A51AE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F0706024-38A2-416F-B205-77840F63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26BEBC0A-D3A9-485A-A70F-650A3A86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 kini UP; SLI masih mencatat insiden.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0" name="Picture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f229507d8d44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76299" y="2057400"/>
            <a:ext cx="3969641" cy="306323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5673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51B2EDE-56D0-4896-9CD6-C86D14D3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CFE9F8-72DD-4CCB-85CF-7C658CE0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5E14C0-7D13-4B50-A92E-306CDCC9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d4c473b8884b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5a0cb9c4f48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E404997F-173C-4E22-A72E-8CFB412D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CF796B5-56F1-4890-B330-5869D287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4 | Kunci challenge SLI, SLO, p95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2F1C4EB-98E2-4DC3-9D82-FB87203F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Baca report.py; hitung dari data yang benar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F8CC7F4-ED35-4A04-8415-70ACD2C0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B411C01C-0CB8-4154-B3A8-6D74E1D5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62527B0-2FD1-4F8F-9486-ECDEEC6C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CEA9217-0B7B-4F3D-8F5E-9245E634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5B3A4AC1-4C38-499E-9355-B79B9659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6EB60959-1E9D-4E31-BA36-9E6852BA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Rumus di report.py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BC340967-8F8A-42B0-85CE-592D55F1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5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availability = len(ok) / len(rows)
latencies = sorted(r["latency_ms"]
                   for r in ok)
p95 = latencies[ceil(.95 * n) - 1]
budget_total = len(rows) * .01
budget_spent = len(rows) - len(ok)
budget_left = budget_total - budget_spent</a:t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9BC739D4-5798-4228-9B77-D0807E20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D9EBF0B-E8C4-4AFB-AFE7-B6CEC2B6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47943E62-587A-41A0-AA91-65E93141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F04DFE67-2A9F-48AA-8EA4-C86F7B35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97180367-74D6-4455-837C-10DB4845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8A13D164-060E-41CA-8437-890A2B36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Interpretasi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3EACD03-024A-4921-9CE4-CECC7D83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FFFFF"/>
                </a:solidFill>
                <a:latin typeface="Aptos"/>
                <a:ea typeface="Aptos"/>
                <a:cs typeface="Aptos"/>
              </a:rPr>
              <a:t>Availability menghitung sukses/all.
p95 hanya respons sukses.
Nearest-rank memilih posisi 95%.
SLO 99% adalah target, bukan hasil.
Budget berlaku pada periode terdefinisi.
Lima sampel tidak cukup untuk SLA nyata.</a:t>
            </a:r>
            <a:endParaRPr sz="16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7155671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51B2EDE-56D0-4896-9CD6-C86D14D3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CFE9F8-72DD-4CCB-85CF-7C658CE0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5E14C0-7D13-4B50-A92E-306CDCC9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81f7c0f964b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1bab5c32146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E404997F-173C-4E22-A72E-8CFB412D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CF796B5-56F1-4890-B330-5869D287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5 | Baca structured log tanpa secret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2F1C4EB-98E2-4DC3-9D82-FB87203F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Route Handler Lab 08 menulis metadata request JSON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F8CC7F4-ED35-4A04-8415-70ACD2C0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B411C01C-0CB8-4154-B3A8-6D74E1D5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62527B0-2FD1-4F8F-9486-ECDEEC6C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CEA9217-0B7B-4F3D-8F5E-9245E634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5B3A4AC1-4C38-499E-9355-B79B9659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6EB60959-1E9D-4E31-BA36-9E6852BA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Reproduksi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BC340967-8F8A-42B0-85CE-592D55F1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5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 Jalankan kembali npm run dev Lab 08.
Invoke-RestMethod `
  http://127.0.0.1:3000/api/notes
# Lihat terminal Next.js, cari notes_proxy.
# Cocokkan X-Request-ID dari respons.</a:t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9BC739D4-5798-4228-9B77-D0807E20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D9EBF0B-E8C4-4AFB-AFE7-B6CEC2B6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47943E62-587A-41A0-AA91-65E93141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F04DFE67-2A9F-48AA-8EA4-C86F7B35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97180367-74D6-4455-837C-10DB4845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8A13D164-060E-41CA-8437-890A2B36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Batas data di logger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3EACD03-024A-4921-9CE4-CECC7D83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FFFFF"/>
                </a:solidFill>
                <a:latin typeface="Aptos"/>
                <a:ea typeface="Aptos"/>
                <a:cs typeface="Aptos"/>
              </a:rPr>
              <a:t>timestamp, level, event, requestId,
status, durationMs dapat dicari.
Tidak perlu log isi catatan/token.
Metrics = angka agregat.
Logs = peristiwa dengan konteks.
Traces = alur satu request lintas service.</a:t>
            </a:r>
            <a:endParaRPr sz="16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6962139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9AB9A9A-0947-462E-934E-B2400BC5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D4F55D9-27D4-46C6-8E07-7E01E2F5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C05EB8C-1AB1-4E56-84FE-95852589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fabb3221f4b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2ad0fba664d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1F127FB-81B4-41A8-9C45-AA7F1515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3EF31C9-BAC9-43A5-9588-35F774AD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4 | Log JSON yang dapat dicari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ED02C09-C53D-4B52-BD4C-71B1FEDD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Satu request Next.js menuju API Lab 06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511F3F0-6A98-41EF-8649-E696F4C9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B0515DAC-679C-41E5-BEF3-47023709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3bb56904949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7777633E-25E8-473B-85D1-A2CCDB70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Aksi: GET /api/notes saat API mati.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782e319634b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00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F45398AE-0FB6-42F9-BADC-B4E51CAC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Fungsi: telusuri kegagalan satu request.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2fb917d2a43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03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3465C8B5-2F2E-41A5-9CE8-A1140A05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Cara kerja: route mencatat error dan requestId.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3be6b6a3949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E3BA35A8-245C-4E42-B810-578F386C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durationMs adalah waktu proxy.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803b019364c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09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AE08E845-E5A0-4491-8981-3F30269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Tidak ada isi catatan atau token.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8d34d0d0f4a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12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3AAF5F71-8C83-45DD-A1C2-6A37AE7A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Log server tidak sama dengan UI browser.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ba07aa50f49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715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C7CDA5B9-11CE-4C44-977A-C028B4EE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Gunakan ID untuk troubleshooting.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700288CD-FD9B-460A-854F-55CBD9AB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CB3350F3-3296-426D-863F-177ECABD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A18E4DFD-E12D-4609-A35A-914A51AE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F0706024-38A2-416F-B205-77840F63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26BEBC0A-D3A9-485A-A70F-650A3A86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Satu baris JSON menjelaskan request tanpa secret.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9b96646c049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088" y="2593993"/>
            <a:ext cx="5084064" cy="20174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5631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51B2EDE-56D0-4896-9CD6-C86D14D3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CFE9F8-72DD-4CCB-85CF-7C658CE0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5E14C0-7D13-4B50-A92E-306CDCC9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216353a644f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509845d9340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E404997F-173C-4E22-A72E-8CFB412D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CF796B5-56F1-4890-B330-5869D287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6 | Perluasan alert dan Git opsional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2F1C4EB-98E2-4DC3-9D82-FB87203F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Webhook hanya environment lokal; commit source aman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F8CC7F4-ED35-4A04-8415-70ACD2C0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B411C01C-0CB8-4154-B3A8-6D74E1D5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62527B0-2FD1-4F8F-9486-ECDEEC6C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CEA9217-0B7B-4F3D-8F5E-9245E634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5B3A4AC1-4C38-499E-9355-B79B9659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6EB60959-1E9D-4E31-BA36-9E6852BA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Kunci alert dan Git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BC340967-8F8A-42B0-85CE-592D55F1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5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 DISCORD_WEBHOOK_URL di environment,
# bukan di targets atau source.
python monitor.py --count 2 --interval 1
python report.py
git check-ignore observations.jsonl
git add monitor.py report.py status.py
git add targets.local.json README.md
git diff --cached --check
git commit -m "lab10: monitor status"
git push</a:t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9BC739D4-5798-4228-9B77-D0807E20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D9EBF0B-E8C4-4AFB-AFE7-B6CEC2B6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47943E62-587A-41A0-AA91-65E93141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F04DFE67-2A9F-48AA-8EA4-C86F7B35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97180367-74D6-4455-837C-10DB4845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8A13D164-060E-41CA-8437-890A2B36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Mengapa dua kegagalan?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3EACD03-024A-4921-9CE4-CECC7D83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FFFFF"/>
                </a:solidFill>
                <a:latin typeface="Aptos"/>
                <a:ea typeface="Aptos"/>
                <a:cs typeface="Aptos"/>
              </a:rPr>
              <a:t>monitor.py menghitung gagal beruntun.
Alert dikirim setelah dua gagal.
Sukses berikutnya reset counter.
Jangan kirim satu alert per probe gagal.
Konfigurasi URL publik opsional.
Jangan commit webhook URL nyata.</a:t>
            </a:r>
            <a:endParaRPr sz="16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9329705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2026-10-07T19:04:12.7090000Z</dcterms:created>
  <dcterms:modified xsi:type="dcterms:W3CDTF">2026-10-07T19:04:12.7090000Z</dcterms:modified>
</coreProperties>
</file>