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88" r:id="rId2"/>
    <p:sldId id="289" r:id="rId3"/>
    <p:sldId id="290" r:id="rId4"/>
    <p:sldId id="291" r:id="rId5"/>
    <p:sldId id="292" r:id="rId6"/>
    <p:sldId id="293" r:id="rId7"/>
    <p:sldId id="294" r:id="rId8"/>
    <p:sldId id="295" r:id="rId9"/>
    <p:sldId id="296" r:id="rId10"/>
    <p:sldId id="297" r:id="rId11"/>
    <p:sldId id="298" r:id="rId12"/>
    <p:sldId id="29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5" name="Imag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75232139-FE44-4C56-9E52-FA0CBF00596E}"/>
              </a:ext>
            </a:extLst>
          </p:cNvPr>
          <p:cNvSpPr>
            <a:spLocks noGrp="1"/>
          </p:cNvSpPr>
          <p:nvPr/>
        </p:nvSpPr>
        <p:spPr>
          <a:xfrm>
            <a:off x="457200" y="2468880"/>
            <a:ext cx="112471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10   |   100 MENIT</a:t>
            </a:r>
            <a:endParaRPr sz="140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CEB07E50-4FCC-43A6-9D30-D1CF5581824D}"/>
              </a:ext>
            </a:extLst>
          </p:cNvPr>
          <p:cNvSpPr>
            <a:spLocks noGrp="1"/>
          </p:cNvSpPr>
          <p:nvPr/>
        </p:nvSpPr>
        <p:spPr>
          <a:xfrm>
            <a:off x="457200" y="2788920"/>
            <a:ext cx="1124712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5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MONITORING</a:t>
            </a:r>
            <a:endParaRPr sz="500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23D60110-2C4E-442B-8296-C66A82AC5C1B}"/>
              </a:ext>
            </a:extLst>
          </p:cNvPr>
          <p:cNvSpPr>
            <a:spLocks noGrp="1"/>
          </p:cNvSpPr>
          <p:nvPr/>
        </p:nvSpPr>
        <p:spPr>
          <a:xfrm>
            <a:off x="457200" y="361188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4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UPTIME + SLI/SLO</a:t>
            </a:r>
            <a:endParaRPr sz="240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19EDB5AF-DDB1-4C9A-AE24-C453CA0BC37A}"/>
              </a:ext>
            </a:extLst>
          </p:cNvPr>
          <p:cNvSpPr>
            <a:spLocks noGrp="1"/>
          </p:cNvSpPr>
          <p:nvPr/>
        </p:nvSpPr>
        <p:spPr>
          <a:xfrm>
            <a:off x="457200" y="425196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Probe tiga service, hitung p95, dan tampilkan status lokal</a:t>
            </a:r>
            <a:endParaRPr sz="160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40630B14-07E8-49F9-9B1D-6130C0EE0DD4}"/>
              </a:ext>
            </a:extLst>
          </p:cNvPr>
          <p:cNvSpPr>
            <a:spLocks noGrp="1"/>
          </p:cNvSpPr>
          <p:nvPr/>
        </p:nvSpPr>
        <p:spPr>
          <a:xfrm>
            <a:off x="5715000" y="48006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FF5D6B0-8F03-4314-B671-01D37608F8A2}"/>
              </a:ext>
            </a:extLst>
          </p:cNvPr>
          <p:cNvSpPr>
            <a:spLocks noGrp="1"/>
          </p:cNvSpPr>
          <p:nvPr/>
        </p:nvSpPr>
        <p:spPr>
          <a:xfrm>
            <a:off x="457200" y="4937760"/>
            <a:ext cx="112471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10  |  MONITORING + OBSERVABILITY</a:t>
            </a:r>
            <a:endParaRPr sz="120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FB09C05-575D-4CF3-A974-32A79369207E}"/>
              </a:ext>
            </a:extLst>
          </p:cNvPr>
          <p:cNvSpPr>
            <a:spLocks noGrp="1"/>
          </p:cNvSpPr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D9F9B630-ED50-4414-81E6-2FE18CEB6FC8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1069364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670BFE7-6544-4BCE-A0AA-F3C79290433D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4C0704D-8F88-47FB-ADE9-9A481942476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BA0CAC4-B679-4D87-B75A-4C224E1D9928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44E830FC-3C3C-4778-A8E2-8B5B692C50CA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B9460A86-8F5C-4F3D-BA13-90BE65BBF8CA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 Lab 10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047461A3-A8D9-4FBA-90B3-0EFAFC440A64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Synthetic check memakai Python standard library dan target dari tiga lab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05BF3839-0837-43FC-939F-6F90BD31C90A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5DFA8A52-C532-4BBD-B0FC-CDDA91CE84B3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 INTI</a:t>
            </a:r>
          </a:p>
          <a:p>
            <a:pPr marL="0" indent="0">
              <a:buNone/>
            </a:pPr>
            <a:endParaRPr lang="en-US"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Kode yang tersedia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54FB72EF-349F-4D99-9E78-CA35D1872A06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i-FI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API, Next.js, Gradio</a:t>
            </a:r>
            <a:endParaRPr sz="1600"/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79EDB27B-BE5C-4DBE-B674-A2B5AC36179E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targets.local.json</a:t>
            </a:r>
            <a:endParaRPr sz="1600"/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630649C3-A8CC-4546-9FB8-9680CBC9A8D2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Kumpulkan observations.jsonl</a:t>
            </a:r>
            <a:endParaRPr sz="1600"/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0F3154A6-FE69-4A3F-BD6C-BDA816E5181F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Hitung availability dan p95</a:t>
            </a:r>
            <a:endParaRPr sz="1600"/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58E9C5E6-4726-48FF-8FB4-1CAF93E8F02B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Bangun status.html lokal</a:t>
            </a:r>
            <a:endParaRPr sz="1600"/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D5ACCAE4-5636-481C-B703-284828C7F9CC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Simulasi DOWN dan pemulihan</a:t>
            </a:r>
            <a:endParaRPr sz="1600"/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9AA27E46-1F9F-4F30-B61C-B65A88B2631F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Git tanpa webhook/URL privat</a:t>
            </a:r>
            <a:endParaRPr sz="1600"/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D4736192-8830-4D51-87B4-D73F6E9C6908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8E256A95-BA90-48D3-9F10-2AE8E4C1EBAC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YANG DIKUMPULKAN</a:t>
            </a:r>
          </a:p>
          <a:p>
            <a:pPr marL="0" indent="0">
              <a:buNone/>
            </a:pPr>
            <a:endParaRPr lang="en-US"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Hasil mesin sendiri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7D99DA9B-348F-4A7C-8624-11CADAFB392E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JSONL probe tiga target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p95 dan availability sampel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Halaman UP lalu DOWN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Log JSON dan penjelasan budget</a:t>
            </a:r>
            <a:endParaRPr sz="17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30E7972D-B27B-42A5-8476-B824B067404B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8D7A365F-EA98-433E-81A4-36E908F0A307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6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 mahasiswa untuk perintah lengkap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2454818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sv-SE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1 | Siapkan tiga target nyata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Gunakan terminal terpisah untuk API Lab 06, Next.js Lab 08, Gradio Lab 09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Endpoint lokal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# Lab 06: docker compose up --build -d
# Lab 08: npm run dev
# Lab 09: .\.venv\Scripts\python app.py
Get-Content .\targets.local.json
Invoke-WebRequest `
  http://127.0.0.1:3000/api/health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Fungsi tiap target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Next.js: port 3000 /api/health.
API Compose: port 8000 /health.
Gradio: halaman web port 7860.
monitor.py membaca target JSON.
URL tidak boleh berisi credential.
Ketiga proses harus hidup saat uji UP.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660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it-IT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2 | Ambil probe dan buat laporan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Dari root repo Lab 10; data operasi lokal disimpan sebagai JSONL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python monitor.py --reset `
  --count 5 --interval 3
python report.py
python status.py
Invoke-Item .\status.html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Cara kerja pipeline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--reset mulai file observasi baru.
Setiap siklus mengukur tiga URL.
JSONL menyimpan waktu, ok, HTTP, ms.
report.py menghitung up/checks dan p95.
status.py mengubah ringkasan jadi HTML.
Lima cek hanya sampel kelas.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2028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9AB9A9A-0947-462E-934E-B2400BC5469D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D4F55D9-27D4-46C6-8E07-7E01E2F5FE75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C05EB8C-1AB1-4E56-84FE-958525890D5F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A1F127FB-81B4-41A8-9C45-AA7F15155A0B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F3EF31C9-BAC9-43A5-9588-35F774ADA48D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 | Probe dan laporan tiga target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3ED02C09-C53D-4B52-BD4C-71B1FEDDAD1D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monitor.py dan report.py dari run lokal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511F3F0-6A98-41EF-8649-E696F4C9BFF2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B0515DAC-679C-41E5-BEF3-470237094B6D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7777633E-25E8-473B-85D1-A2CCDB704DE5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Setiap target mendapat lima baris probe.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F45398AE-0FB6-42F9-BADC-B4E51CAC94BD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HTTP 2xx/3xx dihitung UP.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3465C8B5-2F2E-41A5-9CE8-A1140A05F92B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availability = up / checks.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E3BA35A8-245C-4E42-B810-578F386C675B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r-FR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p95 memakai latensi respons sukses.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AE08E845-E5A0-4491-8981-3F3026909A6E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it-IT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SLO contoh = 99% per periode.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3AAF5F71-8C83-45DD-A1C2-6A37AE7ADA37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JSONL dapat dibaca ulang kapan pun.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C7CDA5B9-11CE-4C44-977A-C028B4EEF951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Waktu/angka berubah pada tiap mesin.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700288CD-FD9B-460A-854F-55CBD9ABDC2C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CB3350F3-3296-426D-863F-177ECABD3178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A18E4DFD-E12D-4609-A35A-914A51AE19D2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F0706024-38A2-416F-B205-77840F63871B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26BEBC0A-D3A9-485A-A70F-650A3A86343C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Tiga target tercatat beserta availability dan p95.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070A65-44D9-299F-481B-4C4FC56BD439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088" y="2069447"/>
            <a:ext cx="5084064" cy="3066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9404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9AB9A9A-0947-462E-934E-B2400BC5469D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D4F55D9-27D4-46C6-8E07-7E01E2F5FE75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C05EB8C-1AB1-4E56-84FE-958525890D5F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A1F127FB-81B4-41A8-9C45-AA7F15155A0B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F3EF31C9-BAC9-43A5-9588-35F774ADA48D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2 | Halaman status UP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3ED02C09-C53D-4B52-BD4C-71B1FEDDAD1D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nn-NO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status.py menulis status.html yang dibuka langsung di browser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511F3F0-6A98-41EF-8649-E696F4C9BFF2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B0515DAC-679C-41E5-BEF3-470237094B6D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7777633E-25E8-473B-85D1-A2CCDB704DE5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sv-SE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Tiga kartu berasal dari JSONL.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F45398AE-0FB6-42F9-BADC-B4E51CAC94BD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Nama target dan UP terlihat jelas.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3465C8B5-2F2E-41A5-9CE8-A1140A05F92B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Availability sampel 100% saat sehat.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E3BA35A8-245C-4E42-B810-578F386C675B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p95 memakai probe sukses.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AE08E845-E5A0-4491-8981-3F3026909A6E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Budget dihitung untuk target SLO 99%.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3AAF5F71-8C83-45DD-A1C2-6A37AE7ADA37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Timestamp menunjukkan waktu render.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C7CDA5B9-11CE-4C44-977A-C028B4EEF951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sv-SE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HTML statis, tanpa server tambahan.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700288CD-FD9B-460A-854F-55CBD9ABDC2C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CB3350F3-3296-426D-863F-177ECABD3178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A18E4DFD-E12D-4609-A35A-914A51AE19D2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F0706024-38A2-416F-B205-77840F63871B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26BEBC0A-D3A9-485A-A70F-650A3A86343C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API, Next.js, Gradio semuanya UP.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D1AA5D-988E-F4D1-FEC7-160DEC1B13D7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8006" y="2057400"/>
            <a:ext cx="4806229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230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3 | Simulasikan gangguan dan hitung ulang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Kasus kerja: UI Next.js mati, API dan model tetap hidup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python monitor.py --reset --count 3 --interval 1
# Hentikan npm run dev Lab 08 (Ctrl+C).
python monitor.py --count 2 --interval 1
python report.py
python status.py
Invoke-Item .\status.html
# Nyalakan kembali Lab 08 setelah uji.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Kunci analisis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Next.js memberi DOWN setelah gagal probe.
Target lain tetap UP: isolasi dampak.
2 kegagalan dari 5 → 60% jika total 5.
Budget 99% untuk 5 cek = 0.05.
Spent 2, sisa = -1.95 check.
Nilai negatif = budget terlampaui.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6122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9AB9A9A-0947-462E-934E-B2400BC5469D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D4F55D9-27D4-46C6-8E07-7E01E2F5FE75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C05EB8C-1AB1-4E56-84FE-958525890D5F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A1F127FB-81B4-41A8-9C45-AA7F15155A0B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F3EF31C9-BAC9-43A5-9588-35F774ADA48D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 | Hanya Next.js DOWN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3ED02C09-C53D-4B52-BD4C-71B1FEDDAD1D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Status page aktual sesudah proses Next.js dimatikan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511F3F0-6A98-41EF-8649-E696F4C9BFF2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B0515DAC-679C-41E5-BEF3-470237094B6D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7777633E-25E8-473B-85D1-A2CCDB704DE5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Next.js merah dan DOWN.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F45398AE-0FB6-42F9-BADC-B4E51CAC94BD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API Compose serta Gradio tetap UP.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3465C8B5-2F2E-41A5-9CE8-A1140A05F92B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3/5 berarti availability sampel 60%.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E3BA35A8-245C-4E42-B810-578F386C675B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r-FR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p95 68.19 ms dari request sukses.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AE08E845-E5A0-4491-8981-3F3026909A6E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Budget -1.95 menunjukkan overspend.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3AAF5F71-8C83-45DD-A1C2-6A37AE7ADA37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nb-NO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Sampel kecil bukan SLO produksi.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C7CDA5B9-11CE-4C44-977A-C028B4EEF951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Nyalakan lagi untuk menguji recovery.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700288CD-FD9B-460A-854F-55CBD9ABDC2C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CB3350F3-3296-426D-863F-177ECABD3178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A18E4DFD-E12D-4609-A35A-914A51AE19D2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F0706024-38A2-416F-B205-77840F63871B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26BEBC0A-D3A9-485A-A70F-650A3A86343C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fi-FI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Gangguan pada satu komponen terlihat terpisah.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0D24AA-675F-9B39-9F2E-49138205A777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8006" y="2057400"/>
            <a:ext cx="4806229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15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4 | Kunci challenge SLI, SLO, p95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Baca report.py; hitung dari data yang benar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Rumus di report.py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availability = len(ok) / len(rows)
latencies = sorted(r["latency_ms"]
                   for r in ok)
p95 = latencies[ceil(.95 * n) - 1]
budget_total = len(rows) * .01
budget_spent = len(rows) - len(ok)
budget_left = budget_total - budget_spent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Interpretasi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Availability menghitung sukses/all.
p95 hanya respons sukses.
Nearest-rank memilih posisi 95%.
SLO 99% adalah target, bukan hasil.
Budget berlaku pada periode terdefinisi.
Lima sampel tidak cukup untuk SLA nyata.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5567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5 | Baca structured log tanpa secret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Route Handler Lab 08 menulis metadata request JSON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Reproduksi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# Jalankan kembali npm run dev Lab 08.
Invoke-RestMethod `
  http://127.0.0.1:3000/api/notes
# Lihat terminal Next.js, cari notes_proxy.
# Cocokkan X-Request-ID dari respons.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Batas data di logger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timestamp, level, event, requestId,
status, durationMs dapat dicari.
Tidak perlu log isi catatan/token.
Metrics = angka agregat.
Logs = peristiwa dengan konteks.
Traces = alur satu request lintas service.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62139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9AB9A9A-0947-462E-934E-B2400BC5469D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D4F55D9-27D4-46C6-8E07-7E01E2F5FE75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C05EB8C-1AB1-4E56-84FE-958525890D5F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A1F127FB-81B4-41A8-9C45-AA7F15155A0B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F3EF31C9-BAC9-43A5-9588-35F774ADA48D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 | Log JSON yang dapat dicari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3ED02C09-C53D-4B52-BD4C-71B1FEDDAD1D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Satu request Next.js menuju API Lab 06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511F3F0-6A98-41EF-8649-E696F4C9BFF2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B0515DAC-679C-41E5-BEF3-470237094B6D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7777633E-25E8-473B-85D1-A2CCDB704DE5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event notes_proxy berasal dari route.ts.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F45398AE-0FB6-42F9-BADC-B4E51CAC94BD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requestId menghubungkan respons/log.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3465C8B5-2F2E-41A5-9CE8-A1140A05F92B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status menunjukkan hasil upstream.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E3BA35A8-245C-4E42-B810-578F386C675B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durationMs adalah waktu proxy.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AE08E845-E5A0-4491-8981-3F3026909A6E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Tidak ada isi catatan atau token.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3AAF5F71-8C83-45DD-A1C2-6A37AE7ADA37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Log server tidak sama dengan UI browser.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C7CDA5B9-11CE-4C44-977A-C028B4EEF951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Gunakan ID untuk troubleshooting.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700288CD-FD9B-460A-854F-55CBD9ABDC2C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CB3350F3-3296-426D-863F-177ECABD3178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A18E4DFD-E12D-4609-A35A-914A51AE19D2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F0706024-38A2-416F-B205-77840F63871B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26BEBC0A-D3A9-485A-A70F-650A3A86343C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Satu baris JSON menjelaskan request tanpa secret.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FE431B2-64F3-D19A-E35D-1922D5961501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088" y="2593993"/>
            <a:ext cx="5084064" cy="2017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63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6 | Alert opsional, recovery, dan Git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Webhook hanya environment lokal; commit source aman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Kunci alert dan Git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# DISCORD_WEBHOOK_URL di environment,
# bukan di targets atau source.
python monitor.py --count 2 --interval 1
python report.py
git check-ignore observations.jsonl
git add monitor.py report.py status.py
git add targets.local.json README.md
git diff --cached --check
git commit -m "lab10: monitor status"
git push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Mengapa dua kegagalan?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monitor.py menghitung gagal beruntun.
Alert dikirim setelah dua gagal.
Sukses berikutnya reset counter.
Jangan kirim satu alert per probe gagal.
Konfigurasi URL publik opsional.
Jangan commit webhook URL nyata.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32970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1356</Words>
  <Application>Microsoft Office PowerPoint</Application>
  <DocSecurity>0</DocSecurity>
  <PresentationFormat>Widescreen</PresentationFormat>
  <Paragraphs>133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Budi Juarto</cp:lastModifiedBy>
  <cp:revision>1</cp:revision>
  <dcterms:created xsi:type="dcterms:W3CDTF">2026-10-01T00:51:27Z</dcterms:created>
  <dcterms:modified xsi:type="dcterms:W3CDTF">2026-10-07T13:00:56Z</dcterms:modified>
</cp:coreProperties>
</file>